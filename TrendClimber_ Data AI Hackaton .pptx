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4"/>
    <p:sldMasterId id="2147483683" r:id="rId5"/>
  </p:sldMasterIdLst>
  <p:notesMasterIdLst>
    <p:notesMasterId r:id="rId6"/>
  </p:notesMasterIdLst>
  <p:sldIdLst>
    <p:sldId id="256" r:id="rId7"/>
    <p:sldId id="257" r:id="rId8"/>
    <p:sldId id="258" r:id="rId9"/>
    <p:sldId id="259" r:id="rId10"/>
    <p:sldId id="260" r:id="rId11"/>
  </p:sldIdLst>
  <p:sldSz cy="5143500" cx="9144000"/>
  <p:notesSz cx="6858000" cy="9144000"/>
  <p:embeddedFontLst>
    <p:embeddedFont>
      <p:font typeface="Outfit ExtraBold"/>
      <p:bold r:id="rId12"/>
    </p:embeddedFont>
    <p:embeddedFont>
      <p:font typeface="Outfit Light"/>
      <p:regular r:id="rId13"/>
      <p:bold r:id="rId14"/>
    </p:embeddedFont>
    <p:embeddedFont>
      <p:font typeface="Outfit"/>
      <p:regular r:id="rId15"/>
      <p:bold r:id="rId16"/>
    </p:embeddedFont>
    <p:embeddedFont>
      <p:font typeface="Helvetica Neue"/>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HelveticaNeue-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OutfitLight-regular.fntdata"/><Relationship Id="rId12" Type="http://schemas.openxmlformats.org/officeDocument/2006/relationships/font" Target="fonts/OutfitExtra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font" Target="fonts/Outfit-regular.fntdata"/><Relationship Id="rId14" Type="http://schemas.openxmlformats.org/officeDocument/2006/relationships/font" Target="fonts/OutfitLight-bold.fntdata"/><Relationship Id="rId17" Type="http://schemas.openxmlformats.org/officeDocument/2006/relationships/font" Target="fonts/HelveticaNeue-regular.fntdata"/><Relationship Id="rId16" Type="http://schemas.openxmlformats.org/officeDocument/2006/relationships/font" Target="fonts/Outfit-bold.fntdata"/><Relationship Id="rId5" Type="http://schemas.openxmlformats.org/officeDocument/2006/relationships/slideMaster" Target="slideMasters/slideMaster2.xml"/><Relationship Id="rId19" Type="http://schemas.openxmlformats.org/officeDocument/2006/relationships/font" Target="fonts/HelveticaNeue-italic.fntdata"/><Relationship Id="rId6" Type="http://schemas.openxmlformats.org/officeDocument/2006/relationships/notesMaster" Target="notesMasters/notesMaster1.xml"/><Relationship Id="rId18" Type="http://schemas.openxmlformats.org/officeDocument/2006/relationships/font" Target="fonts/HelveticaNeue-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f3f3e4a724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f3f3e4a724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f3f3e4a724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f3f3e4a724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f3f3e4a724_0_1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f3f3e4a724_0_1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f3f3e4a724_0_2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f3f3e4a724_0_2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f3f3e4a724_0_2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f3f3e4a724_0_2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Pastel Tan">
  <p:cSld name="TITLE_1_18_1_1_1_1_1_2_1_9_1">
    <p:bg>
      <p:bgPr>
        <a:solidFill>
          <a:srgbClr val="EAE8E4"/>
        </a:solidFill>
      </p:bgPr>
    </p:bg>
    <p:spTree>
      <p:nvGrpSpPr>
        <p:cNvPr id="6" name="Shape 6"/>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Pastel Tan">
  <p:cSld name="TITLE_1_18_1_1_1_1_1_2_1_9_1_2">
    <p:bg>
      <p:bgPr>
        <a:solidFill>
          <a:srgbClr val="EAE8E4"/>
        </a:solidFill>
      </p:bgPr>
    </p:bg>
    <p:spTree>
      <p:nvGrpSpPr>
        <p:cNvPr id="7" name="Shape 7"/>
        <p:cNvGrpSpPr/>
        <p:nvPr/>
      </p:nvGrpSpPr>
      <p:grpSpPr>
        <a:xfrm>
          <a:off x="0" y="0"/>
          <a:ext cx="0" cy="0"/>
          <a:chOff x="0" y="0"/>
          <a:chExt cx="0" cy="0"/>
        </a:xfrm>
      </p:grpSpPr>
      <p:grpSp>
        <p:nvGrpSpPr>
          <p:cNvPr id="8" name="Google Shape;8;p3"/>
          <p:cNvGrpSpPr/>
          <p:nvPr/>
        </p:nvGrpSpPr>
        <p:grpSpPr>
          <a:xfrm>
            <a:off x="279445" y="225271"/>
            <a:ext cx="8574994" cy="346800"/>
            <a:chOff x="279445" y="228475"/>
            <a:chExt cx="8574994" cy="346800"/>
          </a:xfrm>
        </p:grpSpPr>
        <p:sp>
          <p:nvSpPr>
            <p:cNvPr id="9" name="Google Shape;9;p3"/>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Proprietary &amp; Confidential</a:t>
              </a:r>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10" name="Google Shape;10;p3"/>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2D2D2D"/>
                  </a:solidFill>
                  <a:latin typeface="Helvetica Neue"/>
                  <a:ea typeface="Helvetica Neue"/>
                  <a:cs typeface="Helvetica Neue"/>
                  <a:sym typeface="Helvetica Neue"/>
                </a:rPr>
                <a:t>‹#›</a:t>
              </a:fld>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11" name="Google Shape;11;p3"/>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Monks</a:t>
              </a:r>
              <a:endParaRPr sz="500">
                <a:solidFill>
                  <a:srgbClr val="2D2D2D"/>
                </a:solidFill>
                <a:latin typeface="Helvetica Neue"/>
                <a:ea typeface="Helvetica Neue"/>
                <a:cs typeface="Helvetica Neue"/>
                <a:sym typeface="Helvetica Neue"/>
              </a:endParaRPr>
            </a:p>
          </p:txBody>
        </p:sp>
        <p:sp>
          <p:nvSpPr>
            <p:cNvPr id="12" name="Google Shape;12;p3"/>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Tinted Tan">
  <p:cSld name="TITLE_1_18_1_1_1_1_1_2_1_9_1_1">
    <p:bg>
      <p:bgPr>
        <a:solidFill>
          <a:srgbClr val="2D2D2D"/>
        </a:solidFill>
      </p:bgPr>
    </p:bg>
    <p:spTree>
      <p:nvGrpSpPr>
        <p:cNvPr id="13" name="Shape 13"/>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Tinted Tan">
  <p:cSld name="TITLE_1_18_1_1_1_1_1_2_1_9_1_1_1">
    <p:bg>
      <p:bgPr>
        <a:solidFill>
          <a:srgbClr val="2D2D2D"/>
        </a:solidFill>
      </p:bgPr>
    </p:bg>
    <p:spTree>
      <p:nvGrpSpPr>
        <p:cNvPr id="14" name="Shape 14"/>
        <p:cNvGrpSpPr/>
        <p:nvPr/>
      </p:nvGrpSpPr>
      <p:grpSpPr>
        <a:xfrm>
          <a:off x="0" y="0"/>
          <a:ext cx="0" cy="0"/>
          <a:chOff x="0" y="0"/>
          <a:chExt cx="0" cy="0"/>
        </a:xfrm>
      </p:grpSpPr>
      <p:grpSp>
        <p:nvGrpSpPr>
          <p:cNvPr id="15" name="Google Shape;15;p5"/>
          <p:cNvGrpSpPr/>
          <p:nvPr/>
        </p:nvGrpSpPr>
        <p:grpSpPr>
          <a:xfrm>
            <a:off x="279445" y="225271"/>
            <a:ext cx="8574994" cy="346800"/>
            <a:chOff x="279445" y="228475"/>
            <a:chExt cx="8574994" cy="346800"/>
          </a:xfrm>
        </p:grpSpPr>
        <p:sp>
          <p:nvSpPr>
            <p:cNvPr id="16" name="Google Shape;16;p5"/>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Proprietary &amp; Confidential</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17" name="Google Shape;17;p5"/>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EAE8E4"/>
                  </a:solidFill>
                  <a:latin typeface="Helvetica Neue"/>
                  <a:ea typeface="Helvetica Neue"/>
                  <a:cs typeface="Helvetica Neue"/>
                  <a:sym typeface="Helvetica Neue"/>
                </a:rPr>
                <a:t>‹#›</a:t>
              </a:fld>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18" name="Google Shape;18;p5"/>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Monks</a:t>
              </a:r>
              <a:endParaRPr sz="500">
                <a:solidFill>
                  <a:srgbClr val="EAE8E4"/>
                </a:solidFill>
                <a:latin typeface="Helvetica Neue"/>
                <a:ea typeface="Helvetica Neue"/>
                <a:cs typeface="Helvetica Neue"/>
                <a:sym typeface="Helvetica Neue"/>
              </a:endParaRPr>
            </a:p>
          </p:txBody>
        </p:sp>
        <p:sp>
          <p:nvSpPr>
            <p:cNvPr id="19" name="Google Shape;19;p5"/>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Pastel Pink">
  <p:cSld name="TITLE_1_18_1_1_1_1_1_2_1_9_1_1_1_1">
    <p:bg>
      <p:bgPr>
        <a:solidFill>
          <a:srgbClr val="FFB2E8"/>
        </a:solidFill>
      </p:bgPr>
    </p:bg>
    <p:spTree>
      <p:nvGrpSpPr>
        <p:cNvPr id="20" name="Shape 20"/>
        <p:cNvGrpSpPr/>
        <p:nvPr/>
      </p:nvGrpSpPr>
      <p:grpSpPr>
        <a:xfrm>
          <a:off x="0" y="0"/>
          <a:ext cx="0" cy="0"/>
          <a:chOff x="0" y="0"/>
          <a:chExt cx="0" cy="0"/>
        </a:xfrm>
      </p:grpSpPr>
      <p:grpSp>
        <p:nvGrpSpPr>
          <p:cNvPr id="21" name="Google Shape;21;p6"/>
          <p:cNvGrpSpPr/>
          <p:nvPr/>
        </p:nvGrpSpPr>
        <p:grpSpPr>
          <a:xfrm>
            <a:off x="279445" y="225271"/>
            <a:ext cx="8574994" cy="346800"/>
            <a:chOff x="279445" y="228475"/>
            <a:chExt cx="8574994" cy="346800"/>
          </a:xfrm>
        </p:grpSpPr>
        <p:sp>
          <p:nvSpPr>
            <p:cNvPr id="22" name="Google Shape;22;p6"/>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Proprietary &amp; Confidential</a:t>
              </a:r>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23" name="Google Shape;23;p6"/>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2D2D2D"/>
                  </a:solidFill>
                  <a:latin typeface="Helvetica Neue"/>
                  <a:ea typeface="Helvetica Neue"/>
                  <a:cs typeface="Helvetica Neue"/>
                  <a:sym typeface="Helvetica Neue"/>
                </a:rPr>
                <a:t>‹#›</a:t>
              </a:fld>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24" name="Google Shape;24;p6"/>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Monks</a:t>
              </a:r>
              <a:endParaRPr sz="500">
                <a:solidFill>
                  <a:srgbClr val="2D2D2D"/>
                </a:solidFill>
                <a:latin typeface="Helvetica Neue"/>
                <a:ea typeface="Helvetica Neue"/>
                <a:cs typeface="Helvetica Neue"/>
                <a:sym typeface="Helvetica Neue"/>
              </a:endParaRPr>
            </a:p>
          </p:txBody>
        </p:sp>
        <p:sp>
          <p:nvSpPr>
            <p:cNvPr id="25" name="Google Shape;25;p6"/>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Tinted Pink">
  <p:cSld name="TITLE_1_18_1_1_1_1_1_2_1_9_1_1_1_1_1">
    <p:bg>
      <p:bgPr>
        <a:solidFill>
          <a:srgbClr val="371534"/>
        </a:solidFill>
      </p:bgPr>
    </p:bg>
    <p:spTree>
      <p:nvGrpSpPr>
        <p:cNvPr id="26" name="Shape 26"/>
        <p:cNvGrpSpPr/>
        <p:nvPr/>
      </p:nvGrpSpPr>
      <p:grpSpPr>
        <a:xfrm>
          <a:off x="0" y="0"/>
          <a:ext cx="0" cy="0"/>
          <a:chOff x="0" y="0"/>
          <a:chExt cx="0" cy="0"/>
        </a:xfrm>
      </p:grpSpPr>
      <p:grpSp>
        <p:nvGrpSpPr>
          <p:cNvPr id="27" name="Google Shape;27;p7"/>
          <p:cNvGrpSpPr/>
          <p:nvPr/>
        </p:nvGrpSpPr>
        <p:grpSpPr>
          <a:xfrm>
            <a:off x="279445" y="225271"/>
            <a:ext cx="8574994" cy="346800"/>
            <a:chOff x="279445" y="228475"/>
            <a:chExt cx="8574994" cy="346800"/>
          </a:xfrm>
        </p:grpSpPr>
        <p:sp>
          <p:nvSpPr>
            <p:cNvPr id="28" name="Google Shape;28;p7"/>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Proprietary &amp; Confidential</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29" name="Google Shape;29;p7"/>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EAE8E4"/>
                  </a:solidFill>
                  <a:latin typeface="Helvetica Neue"/>
                  <a:ea typeface="Helvetica Neue"/>
                  <a:cs typeface="Helvetica Neue"/>
                  <a:sym typeface="Helvetica Neue"/>
                </a:rPr>
                <a:t>‹#›</a:t>
              </a:fld>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30" name="Google Shape;30;p7"/>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Monks</a:t>
              </a:r>
              <a:endParaRPr sz="500">
                <a:solidFill>
                  <a:srgbClr val="EAE8E4"/>
                </a:solidFill>
                <a:latin typeface="Helvetica Neue"/>
                <a:ea typeface="Helvetica Neue"/>
                <a:cs typeface="Helvetica Neue"/>
                <a:sym typeface="Helvetica Neue"/>
              </a:endParaRPr>
            </a:p>
          </p:txBody>
        </p:sp>
        <p:sp>
          <p:nvSpPr>
            <p:cNvPr id="31" name="Google Shape;31;p7"/>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Pastel Purple">
  <p:cSld name="TITLE_1_18_1_1_1_1_1_2_1_9_1_1_1_1_2">
    <p:bg>
      <p:bgPr>
        <a:solidFill>
          <a:srgbClr val="DFBBFE"/>
        </a:solidFill>
      </p:bgPr>
    </p:bg>
    <p:spTree>
      <p:nvGrpSpPr>
        <p:cNvPr id="32" name="Shape 32"/>
        <p:cNvGrpSpPr/>
        <p:nvPr/>
      </p:nvGrpSpPr>
      <p:grpSpPr>
        <a:xfrm>
          <a:off x="0" y="0"/>
          <a:ext cx="0" cy="0"/>
          <a:chOff x="0" y="0"/>
          <a:chExt cx="0" cy="0"/>
        </a:xfrm>
      </p:grpSpPr>
      <p:grpSp>
        <p:nvGrpSpPr>
          <p:cNvPr id="33" name="Google Shape;33;p8"/>
          <p:cNvGrpSpPr/>
          <p:nvPr/>
        </p:nvGrpSpPr>
        <p:grpSpPr>
          <a:xfrm>
            <a:off x="279445" y="225271"/>
            <a:ext cx="8574994" cy="346800"/>
            <a:chOff x="279445" y="228475"/>
            <a:chExt cx="8574994" cy="346800"/>
          </a:xfrm>
        </p:grpSpPr>
        <p:sp>
          <p:nvSpPr>
            <p:cNvPr id="34" name="Google Shape;34;p8"/>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Proprietary &amp; Confidential</a:t>
              </a:r>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35" name="Google Shape;35;p8"/>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2D2D2D"/>
                  </a:solidFill>
                  <a:latin typeface="Helvetica Neue"/>
                  <a:ea typeface="Helvetica Neue"/>
                  <a:cs typeface="Helvetica Neue"/>
                  <a:sym typeface="Helvetica Neue"/>
                </a:rPr>
                <a:t>‹#›</a:t>
              </a:fld>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36" name="Google Shape;36;p8"/>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Monks</a:t>
              </a:r>
              <a:endParaRPr sz="500">
                <a:solidFill>
                  <a:srgbClr val="2D2D2D"/>
                </a:solidFill>
                <a:latin typeface="Helvetica Neue"/>
                <a:ea typeface="Helvetica Neue"/>
                <a:cs typeface="Helvetica Neue"/>
                <a:sym typeface="Helvetica Neue"/>
              </a:endParaRPr>
            </a:p>
          </p:txBody>
        </p:sp>
        <p:sp>
          <p:nvSpPr>
            <p:cNvPr id="37" name="Google Shape;37;p8"/>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Tinted Purple">
  <p:cSld name="TITLE_1_18_1_1_1_1_1_2_1_9_1_1_1_1_1_1">
    <p:bg>
      <p:bgPr>
        <a:solidFill>
          <a:srgbClr val="3C0C60"/>
        </a:solidFill>
      </p:bgPr>
    </p:bg>
    <p:spTree>
      <p:nvGrpSpPr>
        <p:cNvPr id="38" name="Shape 38"/>
        <p:cNvGrpSpPr/>
        <p:nvPr/>
      </p:nvGrpSpPr>
      <p:grpSpPr>
        <a:xfrm>
          <a:off x="0" y="0"/>
          <a:ext cx="0" cy="0"/>
          <a:chOff x="0" y="0"/>
          <a:chExt cx="0" cy="0"/>
        </a:xfrm>
      </p:grpSpPr>
      <p:grpSp>
        <p:nvGrpSpPr>
          <p:cNvPr id="39" name="Google Shape;39;p9"/>
          <p:cNvGrpSpPr/>
          <p:nvPr/>
        </p:nvGrpSpPr>
        <p:grpSpPr>
          <a:xfrm>
            <a:off x="279445" y="225271"/>
            <a:ext cx="8574994" cy="346800"/>
            <a:chOff x="279445" y="228475"/>
            <a:chExt cx="8574994" cy="346800"/>
          </a:xfrm>
        </p:grpSpPr>
        <p:sp>
          <p:nvSpPr>
            <p:cNvPr id="40" name="Google Shape;40;p9"/>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Proprietary &amp; Confidential</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41" name="Google Shape;41;p9"/>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EAE8E4"/>
                  </a:solidFill>
                  <a:latin typeface="Helvetica Neue"/>
                  <a:ea typeface="Helvetica Neue"/>
                  <a:cs typeface="Helvetica Neue"/>
                  <a:sym typeface="Helvetica Neue"/>
                </a:rPr>
                <a:t>‹#›</a:t>
              </a:fld>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42" name="Google Shape;42;p9"/>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Monks</a:t>
              </a:r>
              <a:endParaRPr sz="500">
                <a:solidFill>
                  <a:srgbClr val="EAE8E4"/>
                </a:solidFill>
                <a:latin typeface="Helvetica Neue"/>
                <a:ea typeface="Helvetica Neue"/>
                <a:cs typeface="Helvetica Neue"/>
                <a:sym typeface="Helvetica Neue"/>
              </a:endParaRPr>
            </a:p>
          </p:txBody>
        </p:sp>
        <p:sp>
          <p:nvSpPr>
            <p:cNvPr id="43" name="Google Shape;43;p9"/>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Pastel Blue">
  <p:cSld name="TITLE_1_18_1_1_1_1_1_2_1_9_1_1_1_1_2_1">
    <p:bg>
      <p:bgPr>
        <a:solidFill>
          <a:srgbClr val="CBF6FF"/>
        </a:solidFill>
      </p:bgPr>
    </p:bg>
    <p:spTree>
      <p:nvGrpSpPr>
        <p:cNvPr id="44" name="Shape 44"/>
        <p:cNvGrpSpPr/>
        <p:nvPr/>
      </p:nvGrpSpPr>
      <p:grpSpPr>
        <a:xfrm>
          <a:off x="0" y="0"/>
          <a:ext cx="0" cy="0"/>
          <a:chOff x="0" y="0"/>
          <a:chExt cx="0" cy="0"/>
        </a:xfrm>
      </p:grpSpPr>
      <p:grpSp>
        <p:nvGrpSpPr>
          <p:cNvPr id="45" name="Google Shape;45;p10"/>
          <p:cNvGrpSpPr/>
          <p:nvPr/>
        </p:nvGrpSpPr>
        <p:grpSpPr>
          <a:xfrm>
            <a:off x="279445" y="225271"/>
            <a:ext cx="8574994" cy="346800"/>
            <a:chOff x="279445" y="228475"/>
            <a:chExt cx="8574994" cy="346800"/>
          </a:xfrm>
        </p:grpSpPr>
        <p:sp>
          <p:nvSpPr>
            <p:cNvPr id="46" name="Google Shape;46;p10"/>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Proprietary &amp; Confidential</a:t>
              </a:r>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47" name="Google Shape;47;p10"/>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2D2D2D"/>
                  </a:solidFill>
                  <a:latin typeface="Helvetica Neue"/>
                  <a:ea typeface="Helvetica Neue"/>
                  <a:cs typeface="Helvetica Neue"/>
                  <a:sym typeface="Helvetica Neue"/>
                </a:rPr>
                <a:t>‹#›</a:t>
              </a:fld>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48" name="Google Shape;48;p10"/>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Monks</a:t>
              </a:r>
              <a:endParaRPr sz="500">
                <a:solidFill>
                  <a:srgbClr val="2D2D2D"/>
                </a:solidFill>
                <a:latin typeface="Helvetica Neue"/>
                <a:ea typeface="Helvetica Neue"/>
                <a:cs typeface="Helvetica Neue"/>
                <a:sym typeface="Helvetica Neue"/>
              </a:endParaRPr>
            </a:p>
          </p:txBody>
        </p:sp>
        <p:sp>
          <p:nvSpPr>
            <p:cNvPr id="49" name="Google Shape;49;p10"/>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Tinted Blue">
  <p:cSld name="TITLE_1_18_1_1_1_1_1_2_1_9_1_1_1_1_1_1_1">
    <p:bg>
      <p:bgPr>
        <a:solidFill>
          <a:srgbClr val="001D38"/>
        </a:solidFill>
      </p:bgPr>
    </p:bg>
    <p:spTree>
      <p:nvGrpSpPr>
        <p:cNvPr id="50" name="Shape 50"/>
        <p:cNvGrpSpPr/>
        <p:nvPr/>
      </p:nvGrpSpPr>
      <p:grpSpPr>
        <a:xfrm>
          <a:off x="0" y="0"/>
          <a:ext cx="0" cy="0"/>
          <a:chOff x="0" y="0"/>
          <a:chExt cx="0" cy="0"/>
        </a:xfrm>
      </p:grpSpPr>
      <p:grpSp>
        <p:nvGrpSpPr>
          <p:cNvPr id="51" name="Google Shape;51;p11"/>
          <p:cNvGrpSpPr/>
          <p:nvPr/>
        </p:nvGrpSpPr>
        <p:grpSpPr>
          <a:xfrm>
            <a:off x="279445" y="225271"/>
            <a:ext cx="8574994" cy="346800"/>
            <a:chOff x="279445" y="228475"/>
            <a:chExt cx="8574994" cy="346800"/>
          </a:xfrm>
        </p:grpSpPr>
        <p:sp>
          <p:nvSpPr>
            <p:cNvPr id="52" name="Google Shape;52;p11"/>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Proprietary &amp; Confidential</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53" name="Google Shape;53;p11"/>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EAE8E4"/>
                  </a:solidFill>
                  <a:latin typeface="Helvetica Neue"/>
                  <a:ea typeface="Helvetica Neue"/>
                  <a:cs typeface="Helvetica Neue"/>
                  <a:sym typeface="Helvetica Neue"/>
                </a:rPr>
                <a:t>‹#›</a:t>
              </a:fld>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54" name="Google Shape;54;p11"/>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Monks</a:t>
              </a:r>
              <a:endParaRPr sz="500">
                <a:solidFill>
                  <a:srgbClr val="EAE8E4"/>
                </a:solidFill>
                <a:latin typeface="Helvetica Neue"/>
                <a:ea typeface="Helvetica Neue"/>
                <a:cs typeface="Helvetica Neue"/>
                <a:sym typeface="Helvetica Neue"/>
              </a:endParaRPr>
            </a:p>
          </p:txBody>
        </p:sp>
        <p:sp>
          <p:nvSpPr>
            <p:cNvPr id="55" name="Google Shape;55;p11"/>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Pastel Teal">
  <p:cSld name="TITLE_1_18_1_1_1_1_1_2_1_9_1_1_1_1_2_1_1">
    <p:bg>
      <p:bgPr>
        <a:solidFill>
          <a:srgbClr val="BBFFEE"/>
        </a:solidFill>
      </p:bgPr>
    </p:bg>
    <p:spTree>
      <p:nvGrpSpPr>
        <p:cNvPr id="56" name="Shape 56"/>
        <p:cNvGrpSpPr/>
        <p:nvPr/>
      </p:nvGrpSpPr>
      <p:grpSpPr>
        <a:xfrm>
          <a:off x="0" y="0"/>
          <a:ext cx="0" cy="0"/>
          <a:chOff x="0" y="0"/>
          <a:chExt cx="0" cy="0"/>
        </a:xfrm>
      </p:grpSpPr>
      <p:grpSp>
        <p:nvGrpSpPr>
          <p:cNvPr id="57" name="Google Shape;57;p12"/>
          <p:cNvGrpSpPr/>
          <p:nvPr/>
        </p:nvGrpSpPr>
        <p:grpSpPr>
          <a:xfrm>
            <a:off x="279445" y="225271"/>
            <a:ext cx="8574994" cy="346800"/>
            <a:chOff x="279445" y="228475"/>
            <a:chExt cx="8574994" cy="346800"/>
          </a:xfrm>
        </p:grpSpPr>
        <p:sp>
          <p:nvSpPr>
            <p:cNvPr id="58" name="Google Shape;58;p12"/>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Proprietary &amp; Confidential</a:t>
              </a:r>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59" name="Google Shape;59;p12"/>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2D2D2D"/>
                  </a:solidFill>
                  <a:latin typeface="Helvetica Neue"/>
                  <a:ea typeface="Helvetica Neue"/>
                  <a:cs typeface="Helvetica Neue"/>
                  <a:sym typeface="Helvetica Neue"/>
                </a:rPr>
                <a:t>‹#›</a:t>
              </a:fld>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60" name="Google Shape;60;p12"/>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Monks</a:t>
              </a:r>
              <a:endParaRPr sz="500">
                <a:solidFill>
                  <a:srgbClr val="2D2D2D"/>
                </a:solidFill>
                <a:latin typeface="Helvetica Neue"/>
                <a:ea typeface="Helvetica Neue"/>
                <a:cs typeface="Helvetica Neue"/>
                <a:sym typeface="Helvetica Neue"/>
              </a:endParaRPr>
            </a:p>
          </p:txBody>
        </p:sp>
        <p:sp>
          <p:nvSpPr>
            <p:cNvPr id="61" name="Google Shape;61;p12"/>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Tinted Teal">
  <p:cSld name="TITLE_1_18_1_1_1_1_1_2_1_9_1_1_1_1_1_1_1_1">
    <p:bg>
      <p:bgPr>
        <a:solidFill>
          <a:srgbClr val="0D3842"/>
        </a:solidFill>
      </p:bgPr>
    </p:bg>
    <p:spTree>
      <p:nvGrpSpPr>
        <p:cNvPr id="62" name="Shape 62"/>
        <p:cNvGrpSpPr/>
        <p:nvPr/>
      </p:nvGrpSpPr>
      <p:grpSpPr>
        <a:xfrm>
          <a:off x="0" y="0"/>
          <a:ext cx="0" cy="0"/>
          <a:chOff x="0" y="0"/>
          <a:chExt cx="0" cy="0"/>
        </a:xfrm>
      </p:grpSpPr>
      <p:grpSp>
        <p:nvGrpSpPr>
          <p:cNvPr id="63" name="Google Shape;63;p13"/>
          <p:cNvGrpSpPr/>
          <p:nvPr/>
        </p:nvGrpSpPr>
        <p:grpSpPr>
          <a:xfrm>
            <a:off x="279445" y="225271"/>
            <a:ext cx="8574994" cy="346800"/>
            <a:chOff x="279445" y="228475"/>
            <a:chExt cx="8574994" cy="346800"/>
          </a:xfrm>
        </p:grpSpPr>
        <p:sp>
          <p:nvSpPr>
            <p:cNvPr id="64" name="Google Shape;64;p13"/>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Proprietary &amp; Confidential</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65" name="Google Shape;65;p13"/>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EAE8E4"/>
                  </a:solidFill>
                  <a:latin typeface="Helvetica Neue"/>
                  <a:ea typeface="Helvetica Neue"/>
                  <a:cs typeface="Helvetica Neue"/>
                  <a:sym typeface="Helvetica Neue"/>
                </a:rPr>
                <a:t>‹#›</a:t>
              </a:fld>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66" name="Google Shape;66;p13"/>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Monks</a:t>
              </a:r>
              <a:endParaRPr sz="500">
                <a:solidFill>
                  <a:srgbClr val="EAE8E4"/>
                </a:solidFill>
                <a:latin typeface="Helvetica Neue"/>
                <a:ea typeface="Helvetica Neue"/>
                <a:cs typeface="Helvetica Neue"/>
                <a:sym typeface="Helvetica Neue"/>
              </a:endParaRPr>
            </a:p>
          </p:txBody>
        </p:sp>
        <p:sp>
          <p:nvSpPr>
            <p:cNvPr id="67" name="Google Shape;67;p13"/>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Pastel Green">
  <p:cSld name="TITLE_1_18_1_1_1_1_1_2_1_9_1_1_1_1_2_1_1_1">
    <p:bg>
      <p:bgPr>
        <a:solidFill>
          <a:srgbClr val="E1FF9A"/>
        </a:solidFill>
      </p:bgPr>
    </p:bg>
    <p:spTree>
      <p:nvGrpSpPr>
        <p:cNvPr id="68" name="Shape 68"/>
        <p:cNvGrpSpPr/>
        <p:nvPr/>
      </p:nvGrpSpPr>
      <p:grpSpPr>
        <a:xfrm>
          <a:off x="0" y="0"/>
          <a:ext cx="0" cy="0"/>
          <a:chOff x="0" y="0"/>
          <a:chExt cx="0" cy="0"/>
        </a:xfrm>
      </p:grpSpPr>
      <p:grpSp>
        <p:nvGrpSpPr>
          <p:cNvPr id="69" name="Google Shape;69;p14"/>
          <p:cNvGrpSpPr/>
          <p:nvPr/>
        </p:nvGrpSpPr>
        <p:grpSpPr>
          <a:xfrm>
            <a:off x="279445" y="225271"/>
            <a:ext cx="8574994" cy="346800"/>
            <a:chOff x="279445" y="228475"/>
            <a:chExt cx="8574994" cy="346800"/>
          </a:xfrm>
        </p:grpSpPr>
        <p:sp>
          <p:nvSpPr>
            <p:cNvPr id="70" name="Google Shape;70;p14"/>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Proprietary &amp; Confidential</a:t>
              </a:r>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71" name="Google Shape;71;p14"/>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2D2D2D"/>
                  </a:solidFill>
                  <a:latin typeface="Helvetica Neue"/>
                  <a:ea typeface="Helvetica Neue"/>
                  <a:cs typeface="Helvetica Neue"/>
                  <a:sym typeface="Helvetica Neue"/>
                </a:rPr>
                <a:t>‹#›</a:t>
              </a:fld>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72" name="Google Shape;72;p14"/>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Monks</a:t>
              </a:r>
              <a:endParaRPr sz="500">
                <a:solidFill>
                  <a:srgbClr val="2D2D2D"/>
                </a:solidFill>
                <a:latin typeface="Helvetica Neue"/>
                <a:ea typeface="Helvetica Neue"/>
                <a:cs typeface="Helvetica Neue"/>
                <a:sym typeface="Helvetica Neue"/>
              </a:endParaRPr>
            </a:p>
          </p:txBody>
        </p:sp>
        <p:sp>
          <p:nvSpPr>
            <p:cNvPr id="73" name="Google Shape;73;p14"/>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Tinted Green">
  <p:cSld name="TITLE_1_18_1_1_1_1_1_2_1_9_1_1_1_1_1_1_1_1_1">
    <p:bg>
      <p:bgPr>
        <a:solidFill>
          <a:srgbClr val="002838"/>
        </a:solidFill>
      </p:bgPr>
    </p:bg>
    <p:spTree>
      <p:nvGrpSpPr>
        <p:cNvPr id="74" name="Shape 74"/>
        <p:cNvGrpSpPr/>
        <p:nvPr/>
      </p:nvGrpSpPr>
      <p:grpSpPr>
        <a:xfrm>
          <a:off x="0" y="0"/>
          <a:ext cx="0" cy="0"/>
          <a:chOff x="0" y="0"/>
          <a:chExt cx="0" cy="0"/>
        </a:xfrm>
      </p:grpSpPr>
      <p:grpSp>
        <p:nvGrpSpPr>
          <p:cNvPr id="75" name="Google Shape;75;p15"/>
          <p:cNvGrpSpPr/>
          <p:nvPr/>
        </p:nvGrpSpPr>
        <p:grpSpPr>
          <a:xfrm>
            <a:off x="279445" y="225271"/>
            <a:ext cx="8574994" cy="346800"/>
            <a:chOff x="279445" y="228475"/>
            <a:chExt cx="8574994" cy="346800"/>
          </a:xfrm>
        </p:grpSpPr>
        <p:sp>
          <p:nvSpPr>
            <p:cNvPr id="76" name="Google Shape;76;p15"/>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Proprietary &amp; Confidential</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77" name="Google Shape;77;p15"/>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EAE8E4"/>
                  </a:solidFill>
                  <a:latin typeface="Helvetica Neue"/>
                  <a:ea typeface="Helvetica Neue"/>
                  <a:cs typeface="Helvetica Neue"/>
                  <a:sym typeface="Helvetica Neue"/>
                </a:rPr>
                <a:t>‹#›</a:t>
              </a:fld>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78" name="Google Shape;78;p15"/>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Monks</a:t>
              </a:r>
              <a:endParaRPr sz="500">
                <a:solidFill>
                  <a:srgbClr val="EAE8E4"/>
                </a:solidFill>
                <a:latin typeface="Helvetica Neue"/>
                <a:ea typeface="Helvetica Neue"/>
                <a:cs typeface="Helvetica Neue"/>
                <a:sym typeface="Helvetica Neue"/>
              </a:endParaRPr>
            </a:p>
          </p:txBody>
        </p:sp>
        <p:sp>
          <p:nvSpPr>
            <p:cNvPr id="79" name="Google Shape;79;p15"/>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Pastel Yellow">
  <p:cSld name="TITLE_1_18_1_1_1_1_1_2_1_9_1_1_1_1_2_1_1_1_1">
    <p:bg>
      <p:bgPr>
        <a:solidFill>
          <a:srgbClr val="FFF0A9"/>
        </a:solidFill>
      </p:bgPr>
    </p:bg>
    <p:spTree>
      <p:nvGrpSpPr>
        <p:cNvPr id="80" name="Shape 80"/>
        <p:cNvGrpSpPr/>
        <p:nvPr/>
      </p:nvGrpSpPr>
      <p:grpSpPr>
        <a:xfrm>
          <a:off x="0" y="0"/>
          <a:ext cx="0" cy="0"/>
          <a:chOff x="0" y="0"/>
          <a:chExt cx="0" cy="0"/>
        </a:xfrm>
      </p:grpSpPr>
      <p:grpSp>
        <p:nvGrpSpPr>
          <p:cNvPr id="81" name="Google Shape;81;p16"/>
          <p:cNvGrpSpPr/>
          <p:nvPr/>
        </p:nvGrpSpPr>
        <p:grpSpPr>
          <a:xfrm>
            <a:off x="279445" y="225271"/>
            <a:ext cx="8574994" cy="346800"/>
            <a:chOff x="279445" y="228475"/>
            <a:chExt cx="8574994" cy="346800"/>
          </a:xfrm>
        </p:grpSpPr>
        <p:sp>
          <p:nvSpPr>
            <p:cNvPr id="82" name="Google Shape;82;p16"/>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Proprietary &amp; Confidential</a:t>
              </a:r>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83" name="Google Shape;83;p16"/>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2D2D2D"/>
                  </a:solidFill>
                  <a:latin typeface="Helvetica Neue"/>
                  <a:ea typeface="Helvetica Neue"/>
                  <a:cs typeface="Helvetica Neue"/>
                  <a:sym typeface="Helvetica Neue"/>
                </a:rPr>
                <a:t>‹#›</a:t>
              </a:fld>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84" name="Google Shape;84;p16"/>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Monks</a:t>
              </a:r>
              <a:endParaRPr sz="500">
                <a:solidFill>
                  <a:srgbClr val="2D2D2D"/>
                </a:solidFill>
                <a:latin typeface="Helvetica Neue"/>
                <a:ea typeface="Helvetica Neue"/>
                <a:cs typeface="Helvetica Neue"/>
                <a:sym typeface="Helvetica Neue"/>
              </a:endParaRPr>
            </a:p>
          </p:txBody>
        </p:sp>
        <p:sp>
          <p:nvSpPr>
            <p:cNvPr id="85" name="Google Shape;85;p16"/>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Tinted Yellow">
  <p:cSld name="TITLE_1_18_1_1_1_1_1_2_1_9_1_1_1_1_1_1_1_1_1_1">
    <p:bg>
      <p:bgPr>
        <a:solidFill>
          <a:srgbClr val="270F0F"/>
        </a:solidFill>
      </p:bgPr>
    </p:bg>
    <p:spTree>
      <p:nvGrpSpPr>
        <p:cNvPr id="86" name="Shape 86"/>
        <p:cNvGrpSpPr/>
        <p:nvPr/>
      </p:nvGrpSpPr>
      <p:grpSpPr>
        <a:xfrm>
          <a:off x="0" y="0"/>
          <a:ext cx="0" cy="0"/>
          <a:chOff x="0" y="0"/>
          <a:chExt cx="0" cy="0"/>
        </a:xfrm>
      </p:grpSpPr>
      <p:grpSp>
        <p:nvGrpSpPr>
          <p:cNvPr id="87" name="Google Shape;87;p17"/>
          <p:cNvGrpSpPr/>
          <p:nvPr/>
        </p:nvGrpSpPr>
        <p:grpSpPr>
          <a:xfrm>
            <a:off x="279445" y="225271"/>
            <a:ext cx="8574994" cy="346800"/>
            <a:chOff x="279445" y="228475"/>
            <a:chExt cx="8574994" cy="346800"/>
          </a:xfrm>
        </p:grpSpPr>
        <p:sp>
          <p:nvSpPr>
            <p:cNvPr id="88" name="Google Shape;88;p17"/>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Proprietary &amp; Confidential</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89" name="Google Shape;89;p17"/>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EAE8E4"/>
                  </a:solidFill>
                  <a:latin typeface="Helvetica Neue"/>
                  <a:ea typeface="Helvetica Neue"/>
                  <a:cs typeface="Helvetica Neue"/>
                  <a:sym typeface="Helvetica Neue"/>
                </a:rPr>
                <a:t>‹#›</a:t>
              </a:fld>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90" name="Google Shape;90;p17"/>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Monks</a:t>
              </a:r>
              <a:endParaRPr sz="500">
                <a:solidFill>
                  <a:srgbClr val="EAE8E4"/>
                </a:solidFill>
                <a:latin typeface="Helvetica Neue"/>
                <a:ea typeface="Helvetica Neue"/>
                <a:cs typeface="Helvetica Neue"/>
                <a:sym typeface="Helvetica Neue"/>
              </a:endParaRPr>
            </a:p>
          </p:txBody>
        </p:sp>
        <p:sp>
          <p:nvSpPr>
            <p:cNvPr id="91" name="Google Shape;91;p17"/>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Pastel Orange">
  <p:cSld name="TITLE_1_18_1_1_1_1_1_2_1_9_1_1_1_1_2_1_1_1_1_1">
    <p:bg>
      <p:bgPr>
        <a:solidFill>
          <a:srgbClr val="FFDDAB"/>
        </a:solidFill>
      </p:bgPr>
    </p:bg>
    <p:spTree>
      <p:nvGrpSpPr>
        <p:cNvPr id="92" name="Shape 92"/>
        <p:cNvGrpSpPr/>
        <p:nvPr/>
      </p:nvGrpSpPr>
      <p:grpSpPr>
        <a:xfrm>
          <a:off x="0" y="0"/>
          <a:ext cx="0" cy="0"/>
          <a:chOff x="0" y="0"/>
          <a:chExt cx="0" cy="0"/>
        </a:xfrm>
      </p:grpSpPr>
      <p:grpSp>
        <p:nvGrpSpPr>
          <p:cNvPr id="93" name="Google Shape;93;p18"/>
          <p:cNvGrpSpPr/>
          <p:nvPr/>
        </p:nvGrpSpPr>
        <p:grpSpPr>
          <a:xfrm>
            <a:off x="279445" y="225271"/>
            <a:ext cx="8574994" cy="346800"/>
            <a:chOff x="279445" y="228475"/>
            <a:chExt cx="8574994" cy="346800"/>
          </a:xfrm>
        </p:grpSpPr>
        <p:sp>
          <p:nvSpPr>
            <p:cNvPr id="94" name="Google Shape;94;p18"/>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Proprietary &amp; Confidential</a:t>
              </a:r>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95" name="Google Shape;95;p18"/>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2D2D2D"/>
                  </a:solidFill>
                  <a:latin typeface="Helvetica Neue"/>
                  <a:ea typeface="Helvetica Neue"/>
                  <a:cs typeface="Helvetica Neue"/>
                  <a:sym typeface="Helvetica Neue"/>
                </a:rPr>
                <a:t>‹#›</a:t>
              </a:fld>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96" name="Google Shape;96;p18"/>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Monks</a:t>
              </a:r>
              <a:endParaRPr sz="500">
                <a:solidFill>
                  <a:srgbClr val="2D2D2D"/>
                </a:solidFill>
                <a:latin typeface="Helvetica Neue"/>
                <a:ea typeface="Helvetica Neue"/>
                <a:cs typeface="Helvetica Neue"/>
                <a:sym typeface="Helvetica Neue"/>
              </a:endParaRPr>
            </a:p>
          </p:txBody>
        </p:sp>
        <p:sp>
          <p:nvSpPr>
            <p:cNvPr id="97" name="Google Shape;97;p18"/>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Tinted Orange">
  <p:cSld name="TITLE_1_18_1_1_1_1_1_2_1_9_1_1_1_1_1_1_1_1_1_1_1">
    <p:bg>
      <p:bgPr>
        <a:solidFill>
          <a:srgbClr val="360E0B"/>
        </a:solidFill>
      </p:bgPr>
    </p:bg>
    <p:spTree>
      <p:nvGrpSpPr>
        <p:cNvPr id="98" name="Shape 98"/>
        <p:cNvGrpSpPr/>
        <p:nvPr/>
      </p:nvGrpSpPr>
      <p:grpSpPr>
        <a:xfrm>
          <a:off x="0" y="0"/>
          <a:ext cx="0" cy="0"/>
          <a:chOff x="0" y="0"/>
          <a:chExt cx="0" cy="0"/>
        </a:xfrm>
      </p:grpSpPr>
      <p:grpSp>
        <p:nvGrpSpPr>
          <p:cNvPr id="99" name="Google Shape;99;p19"/>
          <p:cNvGrpSpPr/>
          <p:nvPr/>
        </p:nvGrpSpPr>
        <p:grpSpPr>
          <a:xfrm>
            <a:off x="279445" y="225271"/>
            <a:ext cx="8574994" cy="346800"/>
            <a:chOff x="279445" y="228475"/>
            <a:chExt cx="8574994" cy="346800"/>
          </a:xfrm>
        </p:grpSpPr>
        <p:sp>
          <p:nvSpPr>
            <p:cNvPr id="100" name="Google Shape;100;p19"/>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Proprietary &amp; Confidential</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101" name="Google Shape;101;p19"/>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EAE8E4"/>
                  </a:solidFill>
                  <a:latin typeface="Helvetica Neue"/>
                  <a:ea typeface="Helvetica Neue"/>
                  <a:cs typeface="Helvetica Neue"/>
                  <a:sym typeface="Helvetica Neue"/>
                </a:rPr>
                <a:t>‹#›</a:t>
              </a:fld>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102" name="Google Shape;102;p19"/>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Monks</a:t>
              </a:r>
              <a:endParaRPr sz="500">
                <a:solidFill>
                  <a:srgbClr val="EAE8E4"/>
                </a:solidFill>
                <a:latin typeface="Helvetica Neue"/>
                <a:ea typeface="Helvetica Neue"/>
                <a:cs typeface="Helvetica Neue"/>
                <a:sym typeface="Helvetica Neue"/>
              </a:endParaRPr>
            </a:p>
          </p:txBody>
        </p:sp>
        <p:sp>
          <p:nvSpPr>
            <p:cNvPr id="103" name="Google Shape;103;p19"/>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Pastel Red">
  <p:cSld name="TITLE_1_18_1_1_1_1_1_2_1_9_1_1_1_1_2_1_1_1_1_1_1">
    <p:bg>
      <p:bgPr>
        <a:solidFill>
          <a:srgbClr val="FFC6C3"/>
        </a:solidFill>
      </p:bgPr>
    </p:bg>
    <p:spTree>
      <p:nvGrpSpPr>
        <p:cNvPr id="104" name="Shape 104"/>
        <p:cNvGrpSpPr/>
        <p:nvPr/>
      </p:nvGrpSpPr>
      <p:grpSpPr>
        <a:xfrm>
          <a:off x="0" y="0"/>
          <a:ext cx="0" cy="0"/>
          <a:chOff x="0" y="0"/>
          <a:chExt cx="0" cy="0"/>
        </a:xfrm>
      </p:grpSpPr>
      <p:grpSp>
        <p:nvGrpSpPr>
          <p:cNvPr id="105" name="Google Shape;105;p20"/>
          <p:cNvGrpSpPr/>
          <p:nvPr/>
        </p:nvGrpSpPr>
        <p:grpSpPr>
          <a:xfrm>
            <a:off x="279445" y="225271"/>
            <a:ext cx="8574994" cy="346800"/>
            <a:chOff x="279445" y="228475"/>
            <a:chExt cx="8574994" cy="346800"/>
          </a:xfrm>
        </p:grpSpPr>
        <p:sp>
          <p:nvSpPr>
            <p:cNvPr id="106" name="Google Shape;106;p20"/>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Proprietary &amp; Confidential</a:t>
              </a:r>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107" name="Google Shape;107;p20"/>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2D2D2D"/>
                  </a:solidFill>
                  <a:latin typeface="Helvetica Neue"/>
                  <a:ea typeface="Helvetica Neue"/>
                  <a:cs typeface="Helvetica Neue"/>
                  <a:sym typeface="Helvetica Neue"/>
                </a:rPr>
                <a:t>‹#›</a:t>
              </a:fld>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108" name="Google Shape;108;p20"/>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Monks</a:t>
              </a:r>
              <a:endParaRPr sz="500">
                <a:solidFill>
                  <a:srgbClr val="2D2D2D"/>
                </a:solidFill>
                <a:latin typeface="Helvetica Neue"/>
                <a:ea typeface="Helvetica Neue"/>
                <a:cs typeface="Helvetica Neue"/>
                <a:sym typeface="Helvetica Neue"/>
              </a:endParaRPr>
            </a:p>
          </p:txBody>
        </p:sp>
        <p:sp>
          <p:nvSpPr>
            <p:cNvPr id="109" name="Google Shape;109;p20"/>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Tinted Red">
  <p:cSld name="TITLE_1_18_1_1_1_1_1_2_1_9_1_1_1_1_1_1_1_1_1_1_1_1">
    <p:bg>
      <p:bgPr>
        <a:solidFill>
          <a:srgbClr val="440035"/>
        </a:solidFill>
      </p:bgPr>
    </p:bg>
    <p:spTree>
      <p:nvGrpSpPr>
        <p:cNvPr id="110" name="Shape 110"/>
        <p:cNvGrpSpPr/>
        <p:nvPr/>
      </p:nvGrpSpPr>
      <p:grpSpPr>
        <a:xfrm>
          <a:off x="0" y="0"/>
          <a:ext cx="0" cy="0"/>
          <a:chOff x="0" y="0"/>
          <a:chExt cx="0" cy="0"/>
        </a:xfrm>
      </p:grpSpPr>
      <p:grpSp>
        <p:nvGrpSpPr>
          <p:cNvPr id="111" name="Google Shape;111;p21"/>
          <p:cNvGrpSpPr/>
          <p:nvPr/>
        </p:nvGrpSpPr>
        <p:grpSpPr>
          <a:xfrm>
            <a:off x="279445" y="225271"/>
            <a:ext cx="8574994" cy="346800"/>
            <a:chOff x="279445" y="228475"/>
            <a:chExt cx="8574994" cy="346800"/>
          </a:xfrm>
        </p:grpSpPr>
        <p:sp>
          <p:nvSpPr>
            <p:cNvPr id="112" name="Google Shape;112;p21"/>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Proprietary &amp; Confidential</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113" name="Google Shape;113;p21"/>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EAE8E4"/>
                  </a:solidFill>
                  <a:latin typeface="Helvetica Neue"/>
                  <a:ea typeface="Helvetica Neue"/>
                  <a:cs typeface="Helvetica Neue"/>
                  <a:sym typeface="Helvetica Neue"/>
                </a:rPr>
                <a:t>‹#›</a:t>
              </a:fld>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114" name="Google Shape;114;p21"/>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Monks</a:t>
              </a:r>
              <a:endParaRPr sz="500">
                <a:solidFill>
                  <a:srgbClr val="EAE8E4"/>
                </a:solidFill>
                <a:latin typeface="Helvetica Neue"/>
                <a:ea typeface="Helvetica Neue"/>
                <a:cs typeface="Helvetica Neue"/>
                <a:sym typeface="Helvetica Neue"/>
              </a:endParaRPr>
            </a:p>
          </p:txBody>
        </p:sp>
        <p:sp>
          <p:nvSpPr>
            <p:cNvPr id="115" name="Google Shape;115;p21"/>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Slide - Cool Gradient">
  <p:cSld name="TITLE_1_18_1_1_1_1_1_2_1_9_1_1_1_1_1_1_1_1_1_1_1_1_1">
    <p:bg>
      <p:bgPr>
        <a:solidFill>
          <a:srgbClr val="4F24EE"/>
        </a:solidFill>
      </p:bgPr>
    </p:bg>
    <p:spTree>
      <p:nvGrpSpPr>
        <p:cNvPr id="116" name="Shape 116"/>
        <p:cNvGrpSpPr/>
        <p:nvPr/>
      </p:nvGrpSpPr>
      <p:grpSpPr>
        <a:xfrm>
          <a:off x="0" y="0"/>
          <a:ext cx="0" cy="0"/>
          <a:chOff x="0" y="0"/>
          <a:chExt cx="0" cy="0"/>
        </a:xfrm>
      </p:grpSpPr>
      <p:pic>
        <p:nvPicPr>
          <p:cNvPr id="117" name="Google Shape;117;p22"/>
          <p:cNvPicPr preferRelativeResize="0"/>
          <p:nvPr/>
        </p:nvPicPr>
        <p:blipFill>
          <a:blip r:embed="rId2">
            <a:alphaModFix/>
          </a:blip>
          <a:stretch>
            <a:fillRect/>
          </a:stretch>
        </p:blipFill>
        <p:spPr>
          <a:xfrm>
            <a:off x="0" y="-12"/>
            <a:ext cx="9144008" cy="5143501"/>
          </a:xfrm>
          <a:prstGeom prst="rect">
            <a:avLst/>
          </a:prstGeom>
          <a:noFill/>
          <a:ln>
            <a:noFill/>
          </a:ln>
        </p:spPr>
      </p:pic>
      <p:grpSp>
        <p:nvGrpSpPr>
          <p:cNvPr id="118" name="Google Shape;118;p22"/>
          <p:cNvGrpSpPr/>
          <p:nvPr/>
        </p:nvGrpSpPr>
        <p:grpSpPr>
          <a:xfrm>
            <a:off x="279445" y="225271"/>
            <a:ext cx="8574994" cy="346800"/>
            <a:chOff x="279445" y="228475"/>
            <a:chExt cx="8574994" cy="346800"/>
          </a:xfrm>
        </p:grpSpPr>
        <p:sp>
          <p:nvSpPr>
            <p:cNvPr id="119" name="Google Shape;119;p22"/>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Proprietary &amp; Confidential</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120" name="Google Shape;120;p22"/>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EAE8E4"/>
                  </a:solidFill>
                  <a:latin typeface="Helvetica Neue"/>
                  <a:ea typeface="Helvetica Neue"/>
                  <a:cs typeface="Helvetica Neue"/>
                  <a:sym typeface="Helvetica Neue"/>
                </a:rPr>
                <a:t>‹#›</a:t>
              </a:fld>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121" name="Google Shape;121;p22"/>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Monks</a:t>
              </a:r>
              <a:endParaRPr sz="500">
                <a:solidFill>
                  <a:srgbClr val="EAE8E4"/>
                </a:solidFill>
                <a:latin typeface="Helvetica Neue"/>
                <a:ea typeface="Helvetica Neue"/>
                <a:cs typeface="Helvetica Neue"/>
                <a:sym typeface="Helvetica Neue"/>
              </a:endParaRPr>
            </a:p>
          </p:txBody>
        </p:sp>
        <p:sp>
          <p:nvSpPr>
            <p:cNvPr id="122" name="Google Shape;122;p22"/>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Slide - Warm Gradient">
  <p:cSld name="TITLE_1_18_1_1_1_1_1_2_1_9_1_1_1_1_1_1_1_1_1_1_1_1_1_1">
    <p:bg>
      <p:bgPr>
        <a:solidFill>
          <a:srgbClr val="4F24EE"/>
        </a:solidFill>
      </p:bgPr>
    </p:bg>
    <p:spTree>
      <p:nvGrpSpPr>
        <p:cNvPr id="123" name="Shape 123"/>
        <p:cNvGrpSpPr/>
        <p:nvPr/>
      </p:nvGrpSpPr>
      <p:grpSpPr>
        <a:xfrm>
          <a:off x="0" y="0"/>
          <a:ext cx="0" cy="0"/>
          <a:chOff x="0" y="0"/>
          <a:chExt cx="0" cy="0"/>
        </a:xfrm>
      </p:grpSpPr>
      <p:pic>
        <p:nvPicPr>
          <p:cNvPr id="124" name="Google Shape;124;p23"/>
          <p:cNvPicPr preferRelativeResize="0"/>
          <p:nvPr/>
        </p:nvPicPr>
        <p:blipFill rotWithShape="1">
          <a:blip r:embed="rId2">
            <a:alphaModFix/>
          </a:blip>
          <a:srcRect b="4213" l="5230" r="3169" t="4204"/>
          <a:stretch/>
        </p:blipFill>
        <p:spPr>
          <a:xfrm>
            <a:off x="0" y="0"/>
            <a:ext cx="9144001" cy="5143500"/>
          </a:xfrm>
          <a:prstGeom prst="rect">
            <a:avLst/>
          </a:prstGeom>
          <a:noFill/>
          <a:ln>
            <a:noFill/>
          </a:ln>
        </p:spPr>
      </p:pic>
      <p:grpSp>
        <p:nvGrpSpPr>
          <p:cNvPr id="125" name="Google Shape;125;p23"/>
          <p:cNvGrpSpPr/>
          <p:nvPr/>
        </p:nvGrpSpPr>
        <p:grpSpPr>
          <a:xfrm>
            <a:off x="279445" y="225271"/>
            <a:ext cx="8574994" cy="346800"/>
            <a:chOff x="279445" y="228475"/>
            <a:chExt cx="8574994" cy="346800"/>
          </a:xfrm>
        </p:grpSpPr>
        <p:sp>
          <p:nvSpPr>
            <p:cNvPr id="126" name="Google Shape;126;p23"/>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Proprietary &amp; Confidential</a:t>
              </a:r>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127" name="Google Shape;127;p23"/>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2D2D2D"/>
                  </a:solidFill>
                  <a:latin typeface="Helvetica Neue"/>
                  <a:ea typeface="Helvetica Neue"/>
                  <a:cs typeface="Helvetica Neue"/>
                  <a:sym typeface="Helvetica Neue"/>
                </a:rPr>
                <a:t>‹#›</a:t>
              </a:fld>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128" name="Google Shape;128;p23"/>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Monks</a:t>
              </a:r>
              <a:endParaRPr sz="500">
                <a:solidFill>
                  <a:srgbClr val="2D2D2D"/>
                </a:solidFill>
                <a:latin typeface="Helvetica Neue"/>
                <a:ea typeface="Helvetica Neue"/>
                <a:cs typeface="Helvetica Neue"/>
                <a:sym typeface="Helvetica Neue"/>
              </a:endParaRPr>
            </a:p>
          </p:txBody>
        </p:sp>
        <p:sp>
          <p:nvSpPr>
            <p:cNvPr id="129" name="Google Shape;129;p23"/>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4" name="Shape 134"/>
        <p:cNvGrpSpPr/>
        <p:nvPr/>
      </p:nvGrpSpPr>
      <p:grpSpPr>
        <a:xfrm>
          <a:off x="0" y="0"/>
          <a:ext cx="0" cy="0"/>
          <a:chOff x="0" y="0"/>
          <a:chExt cx="0" cy="0"/>
        </a:xfrm>
      </p:grpSpPr>
      <p:sp>
        <p:nvSpPr>
          <p:cNvPr id="135" name="Google Shape;135;p2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6" name="Google Shape;136;p2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7" name="Google Shape;13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8" name="Shape 138"/>
        <p:cNvGrpSpPr/>
        <p:nvPr/>
      </p:nvGrpSpPr>
      <p:grpSpPr>
        <a:xfrm>
          <a:off x="0" y="0"/>
          <a:ext cx="0" cy="0"/>
          <a:chOff x="0" y="0"/>
          <a:chExt cx="0" cy="0"/>
        </a:xfrm>
      </p:grpSpPr>
      <p:sp>
        <p:nvSpPr>
          <p:cNvPr id="139" name="Google Shape;139;p2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0" name="Google Shape;140;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3" name="Google Shape;143;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44" name="Google Shape;144;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5" name="Shape 145"/>
        <p:cNvGrpSpPr/>
        <p:nvPr/>
      </p:nvGrpSpPr>
      <p:grpSpPr>
        <a:xfrm>
          <a:off x="0" y="0"/>
          <a:ext cx="0" cy="0"/>
          <a:chOff x="0" y="0"/>
          <a:chExt cx="0" cy="0"/>
        </a:xfrm>
      </p:grpSpPr>
      <p:sp>
        <p:nvSpPr>
          <p:cNvPr id="146" name="Google Shape;146;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7" name="Google Shape;147;p28"/>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8" name="Google Shape;148;p2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9" name="Google Shape;149;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0" name="Shape 150"/>
        <p:cNvGrpSpPr/>
        <p:nvPr/>
      </p:nvGrpSpPr>
      <p:grpSpPr>
        <a:xfrm>
          <a:off x="0" y="0"/>
          <a:ext cx="0" cy="0"/>
          <a:chOff x="0" y="0"/>
          <a:chExt cx="0" cy="0"/>
        </a:xfrm>
      </p:grpSpPr>
      <p:sp>
        <p:nvSpPr>
          <p:cNvPr id="151" name="Google Shape;151;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2" name="Google Shape;152;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3" name="Shape 153"/>
        <p:cNvGrpSpPr/>
        <p:nvPr/>
      </p:nvGrpSpPr>
      <p:grpSpPr>
        <a:xfrm>
          <a:off x="0" y="0"/>
          <a:ext cx="0" cy="0"/>
          <a:chOff x="0" y="0"/>
          <a:chExt cx="0" cy="0"/>
        </a:xfrm>
      </p:grpSpPr>
      <p:sp>
        <p:nvSpPr>
          <p:cNvPr id="154" name="Google Shape;154;p30"/>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55" name="Google Shape;155;p30"/>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6" name="Google Shape;156;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57" name="Shape 157"/>
        <p:cNvGrpSpPr/>
        <p:nvPr/>
      </p:nvGrpSpPr>
      <p:grpSpPr>
        <a:xfrm>
          <a:off x="0" y="0"/>
          <a:ext cx="0" cy="0"/>
          <a:chOff x="0" y="0"/>
          <a:chExt cx="0" cy="0"/>
        </a:xfrm>
      </p:grpSpPr>
      <p:sp>
        <p:nvSpPr>
          <p:cNvPr id="158" name="Google Shape;158;p31"/>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59" name="Google Shape;159;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0" name="Shape 160"/>
        <p:cNvGrpSpPr/>
        <p:nvPr/>
      </p:nvGrpSpPr>
      <p:grpSpPr>
        <a:xfrm>
          <a:off x="0" y="0"/>
          <a:ext cx="0" cy="0"/>
          <a:chOff x="0" y="0"/>
          <a:chExt cx="0" cy="0"/>
        </a:xfrm>
      </p:grpSpPr>
      <p:sp>
        <p:nvSpPr>
          <p:cNvPr id="161" name="Google Shape;161;p3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2"/>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63" name="Google Shape;163;p32"/>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4" name="Google Shape;164;p32"/>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65" name="Google Shape;165;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6" name="Shape 166"/>
        <p:cNvGrpSpPr/>
        <p:nvPr/>
      </p:nvGrpSpPr>
      <p:grpSpPr>
        <a:xfrm>
          <a:off x="0" y="0"/>
          <a:ext cx="0" cy="0"/>
          <a:chOff x="0" y="0"/>
          <a:chExt cx="0" cy="0"/>
        </a:xfrm>
      </p:grpSpPr>
      <p:sp>
        <p:nvSpPr>
          <p:cNvPr id="167" name="Google Shape;167;p33"/>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168" name="Google Shape;168;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69" name="Shape 169"/>
        <p:cNvGrpSpPr/>
        <p:nvPr/>
      </p:nvGrpSpPr>
      <p:grpSpPr>
        <a:xfrm>
          <a:off x="0" y="0"/>
          <a:ext cx="0" cy="0"/>
          <a:chOff x="0" y="0"/>
          <a:chExt cx="0" cy="0"/>
        </a:xfrm>
      </p:grpSpPr>
      <p:sp>
        <p:nvSpPr>
          <p:cNvPr id="170" name="Google Shape;170;p3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71" name="Google Shape;171;p34"/>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72" name="Google Shape;172;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3" name="Shape 173"/>
        <p:cNvGrpSpPr/>
        <p:nvPr/>
      </p:nvGrpSpPr>
      <p:grpSpPr>
        <a:xfrm>
          <a:off x="0" y="0"/>
          <a:ext cx="0" cy="0"/>
          <a:chOff x="0" y="0"/>
          <a:chExt cx="0" cy="0"/>
        </a:xfrm>
      </p:grpSpPr>
      <p:sp>
        <p:nvSpPr>
          <p:cNvPr id="174" name="Google Shape;174;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Tinted Tan">
  <p:cSld name="TITLE_1_18_1_1_1_1_1_2_1_9_1_1">
    <p:bg>
      <p:bgPr>
        <a:solidFill>
          <a:srgbClr val="2D2D2D"/>
        </a:solidFill>
      </p:bgPr>
    </p:bg>
    <p:spTree>
      <p:nvGrpSpPr>
        <p:cNvPr id="175" name="Shape 175"/>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3.xml"/><Relationship Id="rId10" Type="http://schemas.openxmlformats.org/officeDocument/2006/relationships/slideLayout" Target="../slideLayouts/slideLayout32.xml"/><Relationship Id="rId13" Type="http://schemas.openxmlformats.org/officeDocument/2006/relationships/theme" Target="../theme/theme3.xml"/><Relationship Id="rId12" Type="http://schemas.openxmlformats.org/officeDocument/2006/relationships/slideLayout" Target="../slideLayouts/slideLayout34.xml"/><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EAE8E4"/>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30" name="Shape 130"/>
        <p:cNvGrpSpPr/>
        <p:nvPr/>
      </p:nvGrpSpPr>
      <p:grpSpPr>
        <a:xfrm>
          <a:off x="0" y="0"/>
          <a:ext cx="0" cy="0"/>
          <a:chOff x="0" y="0"/>
          <a:chExt cx="0" cy="0"/>
        </a:xfrm>
      </p:grpSpPr>
      <p:sp>
        <p:nvSpPr>
          <p:cNvPr id="131" name="Google Shape;131;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32" name="Google Shape;132;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33" name="Google Shape;133;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9" name="Shape 179"/>
        <p:cNvGrpSpPr/>
        <p:nvPr/>
      </p:nvGrpSpPr>
      <p:grpSpPr>
        <a:xfrm>
          <a:off x="0" y="0"/>
          <a:ext cx="0" cy="0"/>
          <a:chOff x="0" y="0"/>
          <a:chExt cx="0" cy="0"/>
        </a:xfrm>
      </p:grpSpPr>
      <p:sp>
        <p:nvSpPr>
          <p:cNvPr id="180" name="Google Shape;180;p37"/>
          <p:cNvSpPr/>
          <p:nvPr/>
        </p:nvSpPr>
        <p:spPr>
          <a:xfrm>
            <a:off x="0" y="0"/>
            <a:ext cx="9144000" cy="5143500"/>
          </a:xfrm>
          <a:prstGeom prst="rect">
            <a:avLst/>
          </a:prstGeom>
          <a:gradFill>
            <a:gsLst>
              <a:gs pos="0">
                <a:srgbClr val="22D3EE">
                  <a:alpha val="14902"/>
                </a:srgbClr>
              </a:gs>
              <a:gs pos="100000">
                <a:srgbClr val="1E1E1E">
                  <a:alpha val="0"/>
                </a:srgbClr>
              </a:gs>
            </a:gsLst>
            <a:path path="circle">
              <a:fillToRect b="50%" l="50%" r="50%" t="50%"/>
            </a:path>
            <a:tileRect/>
          </a:gra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 name="Google Shape;181;p37"/>
          <p:cNvSpPr/>
          <p:nvPr/>
        </p:nvSpPr>
        <p:spPr>
          <a:xfrm>
            <a:off x="1524000" y="1333500"/>
            <a:ext cx="6096000" cy="1238400"/>
          </a:xfrm>
          <a:prstGeom prst="roundRect">
            <a:avLst>
              <a:gd fmla="val 50000" name="adj"/>
            </a:avLst>
          </a:prstGeom>
          <a:solidFill>
            <a:srgbClr val="FFFFFF"/>
          </a:solidFill>
          <a:ln cap="flat" cmpd="sng" w="19050">
            <a:solidFill>
              <a:srgbClr val="22D3EE"/>
            </a:solidFill>
            <a:prstDash val="solid"/>
            <a:round/>
            <a:headEnd len="sm" w="sm" type="none"/>
            <a:tailEnd len="sm" w="sm" type="none"/>
          </a:ln>
          <a:effectLst>
            <a:outerShdw blurRad="361831" rotWithShape="0" algn="bl" dir="5400000" dist="91894">
              <a:srgbClr val="20124D">
                <a:alpha val="21000"/>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 name="Google Shape;182;p37"/>
          <p:cNvSpPr txBox="1"/>
          <p:nvPr/>
        </p:nvSpPr>
        <p:spPr>
          <a:xfrm>
            <a:off x="6096000" y="381000"/>
            <a:ext cx="2476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rPr lang="en" sz="800">
                <a:solidFill>
                  <a:srgbClr val="888888"/>
                </a:solidFill>
                <a:latin typeface="Outfit"/>
                <a:ea typeface="Outfit"/>
                <a:cs typeface="Outfit"/>
                <a:sym typeface="Outfit"/>
              </a:rPr>
              <a:t>Proprietary &amp; Confidential • Monks</a:t>
            </a:r>
            <a:endParaRPr sz="800">
              <a:solidFill>
                <a:srgbClr val="888888"/>
              </a:solidFill>
              <a:latin typeface="Outfit"/>
              <a:ea typeface="Outfit"/>
              <a:cs typeface="Outfit"/>
              <a:sym typeface="Outfit"/>
            </a:endParaRPr>
          </a:p>
        </p:txBody>
      </p:sp>
      <p:sp>
        <p:nvSpPr>
          <p:cNvPr id="183" name="Google Shape;183;p37"/>
          <p:cNvSpPr/>
          <p:nvPr/>
        </p:nvSpPr>
        <p:spPr>
          <a:xfrm>
            <a:off x="571500" y="381000"/>
            <a:ext cx="952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600">
                <a:solidFill>
                  <a:srgbClr val="EAE8E4"/>
                </a:solidFill>
                <a:latin typeface="Outfit"/>
                <a:ea typeface="Outfit"/>
                <a:cs typeface="Outfit"/>
                <a:sym typeface="Outfit"/>
              </a:rPr>
              <a:t>2026</a:t>
            </a:r>
            <a:endParaRPr b="0" sz="1600">
              <a:solidFill>
                <a:srgbClr val="EAE8E4"/>
              </a:solidFill>
              <a:latin typeface="Outfit"/>
              <a:ea typeface="Outfit"/>
              <a:cs typeface="Outfit"/>
              <a:sym typeface="Outfit"/>
            </a:endParaRPr>
          </a:p>
        </p:txBody>
      </p:sp>
      <p:sp>
        <p:nvSpPr>
          <p:cNvPr id="184" name="Google Shape;184;p37"/>
          <p:cNvSpPr txBox="1"/>
          <p:nvPr/>
        </p:nvSpPr>
        <p:spPr>
          <a:xfrm>
            <a:off x="571500" y="2952750"/>
            <a:ext cx="8001000" cy="3693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 sz="2400">
                <a:solidFill>
                  <a:srgbClr val="EEEEEE"/>
                </a:solidFill>
                <a:latin typeface="Outfit Light"/>
                <a:ea typeface="Outfit Light"/>
                <a:cs typeface="Outfit Light"/>
                <a:sym typeface="Outfit Light"/>
              </a:rPr>
              <a:t>Dominando el </a:t>
            </a:r>
            <a:r>
              <a:rPr b="1" lang="en" sz="2400">
                <a:solidFill>
                  <a:srgbClr val="22D3EE"/>
                </a:solidFill>
                <a:latin typeface="Outfit"/>
                <a:ea typeface="Outfit"/>
                <a:cs typeface="Outfit"/>
                <a:sym typeface="Outfit"/>
              </a:rPr>
              <a:t>timing</a:t>
            </a:r>
            <a:r>
              <a:rPr b="0" lang="en" sz="2400">
                <a:solidFill>
                  <a:srgbClr val="EEEEEE"/>
                </a:solidFill>
                <a:latin typeface="Outfit Light"/>
                <a:ea typeface="Outfit Light"/>
                <a:cs typeface="Outfit Light"/>
                <a:sym typeface="Outfit Light"/>
              </a:rPr>
              <a:t> para maximizar el impacto</a:t>
            </a:r>
            <a:endParaRPr b="0" sz="2400">
              <a:solidFill>
                <a:srgbClr val="EEEEEE"/>
              </a:solidFill>
              <a:latin typeface="Outfit Light"/>
              <a:ea typeface="Outfit Light"/>
              <a:cs typeface="Outfit Light"/>
              <a:sym typeface="Outfit Light"/>
            </a:endParaRPr>
          </a:p>
        </p:txBody>
      </p:sp>
      <p:pic>
        <p:nvPicPr>
          <p:cNvPr id="185" name="Google Shape;185;p37"/>
          <p:cNvPicPr preferRelativeResize="0"/>
          <p:nvPr/>
        </p:nvPicPr>
        <p:blipFill rotWithShape="1">
          <a:blip r:embed="rId4">
            <a:alphaModFix/>
          </a:blip>
          <a:srcRect b="0" l="70" r="80" t="0"/>
          <a:stretch/>
        </p:blipFill>
        <p:spPr>
          <a:xfrm>
            <a:off x="2190750" y="1466850"/>
            <a:ext cx="4762500" cy="971700"/>
          </a:xfrm>
          <a:prstGeom prst="rect">
            <a:avLst/>
          </a:prstGeom>
          <a:noFill/>
          <a:ln>
            <a:noFill/>
          </a:ln>
        </p:spPr>
      </p:pic>
      <p:grpSp>
        <p:nvGrpSpPr>
          <p:cNvPr id="186" name="Google Shape;186;p37"/>
          <p:cNvGrpSpPr/>
          <p:nvPr/>
        </p:nvGrpSpPr>
        <p:grpSpPr>
          <a:xfrm>
            <a:off x="571500" y="4191000"/>
            <a:ext cx="8001000" cy="476400"/>
            <a:chOff x="0" y="0"/>
            <a:chExt cx="8001000" cy="476400"/>
          </a:xfrm>
        </p:grpSpPr>
        <p:sp>
          <p:nvSpPr>
            <p:cNvPr id="187" name="Google Shape;187;p37"/>
            <p:cNvSpPr/>
            <p:nvPr/>
          </p:nvSpPr>
          <p:spPr>
            <a:xfrm>
              <a:off x="0" y="0"/>
              <a:ext cx="8001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37"/>
            <p:cNvSpPr txBox="1"/>
            <p:nvPr/>
          </p:nvSpPr>
          <p:spPr>
            <a:xfrm>
              <a:off x="0" y="0"/>
              <a:ext cx="8001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2400">
                  <a:solidFill>
                    <a:srgbClr val="FFFFFF"/>
                  </a:solidFill>
                  <a:latin typeface="Outfit ExtraBold"/>
                  <a:ea typeface="Outfit ExtraBold"/>
                  <a:cs typeface="Outfit ExtraBold"/>
                  <a:sym typeface="Outfit ExtraBold"/>
                </a:rPr>
                <a:t>.monks</a:t>
              </a:r>
              <a:r>
                <a:rPr b="1" lang="en" sz="1100">
                  <a:solidFill>
                    <a:srgbClr val="22D3EE"/>
                  </a:solidFill>
                  <a:latin typeface="Outfit"/>
                  <a:ea typeface="Outfit"/>
                  <a:cs typeface="Outfit"/>
                  <a:sym typeface="Outfit"/>
                </a:rPr>
                <a:t>DATA &amp; AI HACKATHON</a:t>
              </a:r>
              <a:endParaRPr>
                <a:latin typeface="Outfit"/>
                <a:ea typeface="Outfit"/>
                <a:cs typeface="Outfit"/>
                <a:sym typeface="Outfit"/>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8"/>
          <p:cNvSpPr txBox="1"/>
          <p:nvPr/>
        </p:nvSpPr>
        <p:spPr>
          <a:xfrm>
            <a:off x="571500" y="714375"/>
            <a:ext cx="7918800" cy="232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600">
                <a:solidFill>
                  <a:srgbClr val="FFFFFF"/>
                </a:solidFill>
                <a:latin typeface="Outfit ExtraBold"/>
                <a:ea typeface="Outfit ExtraBold"/>
                <a:cs typeface="Outfit ExtraBold"/>
                <a:sym typeface="Outfit ExtraBold"/>
              </a:rPr>
              <a:t>El Arte del Timing: C</a:t>
            </a:r>
            <a:r>
              <a:rPr lang="en" sz="2600">
                <a:solidFill>
                  <a:srgbClr val="FFFFFF"/>
                </a:solidFill>
                <a:latin typeface="Outfit ExtraBold"/>
                <a:ea typeface="Outfit ExtraBold"/>
                <a:cs typeface="Outfit ExtraBold"/>
                <a:sym typeface="Outfit ExtraBold"/>
              </a:rPr>
              <a:t>ómo</a:t>
            </a:r>
            <a:r>
              <a:rPr lang="en" sz="2600">
                <a:solidFill>
                  <a:srgbClr val="FFFFFF"/>
                </a:solidFill>
                <a:latin typeface="Outfit ExtraBold"/>
                <a:ea typeface="Outfit ExtraBold"/>
                <a:cs typeface="Outfit ExtraBold"/>
                <a:sym typeface="Outfit ExtraBold"/>
              </a:rPr>
              <a:t> Subirse a la Tendencia</a:t>
            </a:r>
            <a:endParaRPr sz="2600">
              <a:solidFill>
                <a:srgbClr val="FFFFFF"/>
              </a:solidFill>
              <a:latin typeface="Outfit ExtraBold"/>
              <a:ea typeface="Outfit ExtraBold"/>
              <a:cs typeface="Outfit ExtraBold"/>
              <a:sym typeface="Outfit ExtraBold"/>
            </a:endParaRPr>
          </a:p>
          <a:p>
            <a:pPr indent="0" lvl="0" marL="0" rtl="0" algn="l">
              <a:spcBef>
                <a:spcPts val="750"/>
              </a:spcBef>
              <a:spcAft>
                <a:spcPts val="0"/>
              </a:spcAft>
              <a:buNone/>
            </a:pPr>
            <a:r>
              <a:t/>
            </a:r>
            <a:endParaRPr b="1" sz="1150">
              <a:solidFill>
                <a:srgbClr val="22D3EE"/>
              </a:solidFill>
              <a:latin typeface="Outfit"/>
              <a:ea typeface="Outfit"/>
              <a:cs typeface="Outfit"/>
              <a:sym typeface="Outfit"/>
            </a:endParaRPr>
          </a:p>
        </p:txBody>
      </p:sp>
      <p:pic>
        <p:nvPicPr>
          <p:cNvPr id="194" name="Google Shape;194;p38"/>
          <p:cNvPicPr preferRelativeResize="0"/>
          <p:nvPr/>
        </p:nvPicPr>
        <p:blipFill rotWithShape="1">
          <a:blip r:embed="rId3">
            <a:alphaModFix/>
          </a:blip>
          <a:srcRect b="11778" l="0" r="0" t="0"/>
          <a:stretch/>
        </p:blipFill>
        <p:spPr>
          <a:xfrm>
            <a:off x="5301550" y="1237075"/>
            <a:ext cx="3271200" cy="1803600"/>
          </a:xfrm>
          <a:prstGeom prst="roundRect">
            <a:avLst>
              <a:gd fmla="val 16667" name="adj"/>
            </a:avLst>
          </a:prstGeom>
          <a:noFill/>
          <a:ln>
            <a:noFill/>
          </a:ln>
        </p:spPr>
      </p:pic>
      <p:grpSp>
        <p:nvGrpSpPr>
          <p:cNvPr id="195" name="Google Shape;195;p38"/>
          <p:cNvGrpSpPr/>
          <p:nvPr/>
        </p:nvGrpSpPr>
        <p:grpSpPr>
          <a:xfrm>
            <a:off x="3333750" y="3322800"/>
            <a:ext cx="2476500" cy="1248986"/>
            <a:chOff x="0" y="0"/>
            <a:chExt cx="2476500" cy="1809600"/>
          </a:xfrm>
        </p:grpSpPr>
        <p:sp>
          <p:nvSpPr>
            <p:cNvPr id="196" name="Google Shape;196;p38"/>
            <p:cNvSpPr/>
            <p:nvPr/>
          </p:nvSpPr>
          <p:spPr>
            <a:xfrm>
              <a:off x="0" y="0"/>
              <a:ext cx="2476500" cy="1809600"/>
            </a:xfrm>
            <a:prstGeom prst="roundRect">
              <a:avLst>
                <a:gd fmla="val 4210" name="adj"/>
              </a:avLst>
            </a:prstGeom>
            <a:solidFill>
              <a:srgbClr val="3D3D3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latin typeface="Outfit"/>
                <a:ea typeface="Outfit"/>
                <a:cs typeface="Outfit"/>
                <a:sym typeface="Outfit"/>
              </a:endParaRPr>
            </a:p>
          </p:txBody>
        </p:sp>
        <p:sp>
          <p:nvSpPr>
            <p:cNvPr id="197" name="Google Shape;197;p38"/>
            <p:cNvSpPr txBox="1"/>
            <p:nvPr/>
          </p:nvSpPr>
          <p:spPr>
            <a:xfrm>
              <a:off x="0" y="0"/>
              <a:ext cx="2476500" cy="18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4DBAC1"/>
                  </a:solidFill>
                  <a:latin typeface="Outfit"/>
                  <a:ea typeface="Outfit"/>
                  <a:cs typeface="Outfit"/>
                  <a:sym typeface="Outfit"/>
                </a:rPr>
                <a:t>02 / Pico</a:t>
              </a:r>
              <a:endParaRPr b="1" sz="1100">
                <a:solidFill>
                  <a:srgbClr val="4DBAC1"/>
                </a:solidFill>
                <a:latin typeface="Outfit"/>
                <a:ea typeface="Outfit"/>
                <a:cs typeface="Outfit"/>
                <a:sym typeface="Outfit"/>
              </a:endParaRPr>
            </a:p>
            <a:p>
              <a:pPr indent="0" lvl="0" marL="0" rtl="0" algn="l">
                <a:spcBef>
                  <a:spcPts val="450"/>
                </a:spcBef>
                <a:spcAft>
                  <a:spcPts val="0"/>
                </a:spcAft>
                <a:buNone/>
              </a:pPr>
              <a:r>
                <a:rPr b="1" lang="en" sz="1300">
                  <a:solidFill>
                    <a:srgbClr val="FFFFFF"/>
                  </a:solidFill>
                  <a:latin typeface="Outfit"/>
                  <a:ea typeface="Outfit"/>
                  <a:cs typeface="Outfit"/>
                  <a:sym typeface="Outfit"/>
                </a:rPr>
                <a:t>Mejor hora o r</a:t>
              </a:r>
              <a:r>
                <a:rPr b="1" lang="en" sz="1300">
                  <a:solidFill>
                    <a:srgbClr val="FFFFFF"/>
                  </a:solidFill>
                  <a:latin typeface="Outfit"/>
                  <a:ea typeface="Outfit"/>
                  <a:cs typeface="Outfit"/>
                  <a:sym typeface="Outfit"/>
                </a:rPr>
                <a:t>iesgo de Saturación</a:t>
              </a:r>
              <a:endParaRPr b="1" sz="1300">
                <a:solidFill>
                  <a:srgbClr val="FFFFFF"/>
                </a:solidFill>
                <a:latin typeface="Outfit"/>
                <a:ea typeface="Outfit"/>
                <a:cs typeface="Outfit"/>
                <a:sym typeface="Outfit"/>
              </a:endParaRPr>
            </a:p>
            <a:p>
              <a:pPr indent="0" lvl="0" marL="0" rtl="0" algn="l">
                <a:spcBef>
                  <a:spcPts val="450"/>
                </a:spcBef>
                <a:spcAft>
                  <a:spcPts val="0"/>
                </a:spcAft>
                <a:buNone/>
              </a:pPr>
              <a:r>
                <a:rPr lang="en" sz="1000">
                  <a:solidFill>
                    <a:srgbClr val="CBD5E1"/>
                  </a:solidFill>
                  <a:latin typeface="Outfit"/>
                  <a:ea typeface="Outfit"/>
                  <a:cs typeface="Outfit"/>
                  <a:sym typeface="Outfit"/>
                </a:rPr>
                <a:t>Cuando una tendencia ya es masiva, es la hora de subirse,  o ya es demasiado tarde para destacar?</a:t>
              </a:r>
              <a:endParaRPr sz="1000">
                <a:solidFill>
                  <a:srgbClr val="CBD5E1"/>
                </a:solidFill>
                <a:latin typeface="Outfit"/>
                <a:ea typeface="Outfit"/>
                <a:cs typeface="Outfit"/>
                <a:sym typeface="Outfit"/>
              </a:endParaRPr>
            </a:p>
          </p:txBody>
        </p:sp>
      </p:grpSp>
      <p:grpSp>
        <p:nvGrpSpPr>
          <p:cNvPr id="198" name="Google Shape;198;p38"/>
          <p:cNvGrpSpPr/>
          <p:nvPr/>
        </p:nvGrpSpPr>
        <p:grpSpPr>
          <a:xfrm>
            <a:off x="6096000" y="3322800"/>
            <a:ext cx="2476500" cy="1248986"/>
            <a:chOff x="0" y="0"/>
            <a:chExt cx="2476500" cy="1809600"/>
          </a:xfrm>
        </p:grpSpPr>
        <p:sp>
          <p:nvSpPr>
            <p:cNvPr id="199" name="Google Shape;199;p38"/>
            <p:cNvSpPr/>
            <p:nvPr/>
          </p:nvSpPr>
          <p:spPr>
            <a:xfrm>
              <a:off x="0" y="0"/>
              <a:ext cx="2476500" cy="1809600"/>
            </a:xfrm>
            <a:prstGeom prst="roundRect">
              <a:avLst>
                <a:gd fmla="val 4210" name="adj"/>
              </a:avLst>
            </a:prstGeom>
            <a:solidFill>
              <a:srgbClr val="3D3D3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latin typeface="Outfit"/>
                <a:ea typeface="Outfit"/>
                <a:cs typeface="Outfit"/>
                <a:sym typeface="Outfit"/>
              </a:endParaRPr>
            </a:p>
          </p:txBody>
        </p:sp>
        <p:sp>
          <p:nvSpPr>
            <p:cNvPr id="200" name="Google Shape;200;p38"/>
            <p:cNvSpPr txBox="1"/>
            <p:nvPr/>
          </p:nvSpPr>
          <p:spPr>
            <a:xfrm>
              <a:off x="0" y="0"/>
              <a:ext cx="2476500" cy="18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4DBAC1"/>
                  </a:solidFill>
                  <a:latin typeface="Outfit"/>
                  <a:ea typeface="Outfit"/>
                  <a:cs typeface="Outfit"/>
                  <a:sym typeface="Outfit"/>
                </a:rPr>
                <a:t>03 / Final</a:t>
              </a:r>
              <a:endParaRPr b="1" sz="1100">
                <a:solidFill>
                  <a:srgbClr val="4DBAC1"/>
                </a:solidFill>
                <a:latin typeface="Outfit"/>
                <a:ea typeface="Outfit"/>
                <a:cs typeface="Outfit"/>
                <a:sym typeface="Outfit"/>
              </a:endParaRPr>
            </a:p>
            <a:p>
              <a:pPr indent="0" lvl="0" marL="0" rtl="0" algn="l">
                <a:spcBef>
                  <a:spcPts val="450"/>
                </a:spcBef>
                <a:spcAft>
                  <a:spcPts val="0"/>
                </a:spcAft>
                <a:buNone/>
              </a:pPr>
              <a:r>
                <a:rPr b="1" lang="en" sz="1300">
                  <a:solidFill>
                    <a:srgbClr val="FFFFFF"/>
                  </a:solidFill>
                  <a:latin typeface="Outfit"/>
                  <a:ea typeface="Outfit"/>
                  <a:cs typeface="Outfit"/>
                  <a:sym typeface="Outfit"/>
                </a:rPr>
                <a:t>Twist en la Caída</a:t>
              </a:r>
              <a:endParaRPr b="1" sz="1300">
                <a:solidFill>
                  <a:srgbClr val="FFFFFF"/>
                </a:solidFill>
                <a:latin typeface="Outfit"/>
                <a:ea typeface="Outfit"/>
                <a:cs typeface="Outfit"/>
                <a:sym typeface="Outfit"/>
              </a:endParaRPr>
            </a:p>
            <a:p>
              <a:pPr indent="0" lvl="0" marL="0" rtl="0" algn="l">
                <a:spcBef>
                  <a:spcPts val="450"/>
                </a:spcBef>
                <a:spcAft>
                  <a:spcPts val="0"/>
                </a:spcAft>
                <a:buNone/>
              </a:pPr>
              <a:r>
                <a:rPr lang="en" sz="1000">
                  <a:solidFill>
                    <a:srgbClr val="CBD5E1"/>
                  </a:solidFill>
                  <a:latin typeface="Outfit"/>
                  <a:ea typeface="Outfit"/>
                  <a:cs typeface="Outfit"/>
                  <a:sym typeface="Outfit"/>
                </a:rPr>
                <a:t>¿Ignorar la tendencia que muere o darle un giro estratégico a la conversación asumiendo que ya pasó?</a:t>
              </a:r>
              <a:endParaRPr sz="1000">
                <a:solidFill>
                  <a:srgbClr val="CBD5E1"/>
                </a:solidFill>
                <a:latin typeface="Outfit"/>
                <a:ea typeface="Outfit"/>
                <a:cs typeface="Outfit"/>
                <a:sym typeface="Outfit"/>
              </a:endParaRPr>
            </a:p>
          </p:txBody>
        </p:sp>
      </p:grpSp>
      <p:grpSp>
        <p:nvGrpSpPr>
          <p:cNvPr id="201" name="Google Shape;201;p38"/>
          <p:cNvGrpSpPr/>
          <p:nvPr/>
        </p:nvGrpSpPr>
        <p:grpSpPr>
          <a:xfrm>
            <a:off x="571500" y="3322800"/>
            <a:ext cx="2476500" cy="1248986"/>
            <a:chOff x="0" y="0"/>
            <a:chExt cx="2476500" cy="1809600"/>
          </a:xfrm>
        </p:grpSpPr>
        <p:sp>
          <p:nvSpPr>
            <p:cNvPr id="202" name="Google Shape;202;p38"/>
            <p:cNvSpPr/>
            <p:nvPr/>
          </p:nvSpPr>
          <p:spPr>
            <a:xfrm>
              <a:off x="0" y="0"/>
              <a:ext cx="2476500" cy="1809600"/>
            </a:xfrm>
            <a:prstGeom prst="roundRect">
              <a:avLst>
                <a:gd fmla="val 4210" name="adj"/>
              </a:avLst>
            </a:prstGeom>
            <a:solidFill>
              <a:srgbClr val="3D3D3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latin typeface="Outfit"/>
                <a:ea typeface="Outfit"/>
                <a:cs typeface="Outfit"/>
                <a:sym typeface="Outfit"/>
              </a:endParaRPr>
            </a:p>
          </p:txBody>
        </p:sp>
        <p:sp>
          <p:nvSpPr>
            <p:cNvPr id="203" name="Google Shape;203;p38"/>
            <p:cNvSpPr txBox="1"/>
            <p:nvPr/>
          </p:nvSpPr>
          <p:spPr>
            <a:xfrm>
              <a:off x="0" y="0"/>
              <a:ext cx="2476500" cy="18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4DBAC1"/>
                  </a:solidFill>
                  <a:latin typeface="Outfit"/>
                  <a:ea typeface="Outfit"/>
                  <a:cs typeface="Outfit"/>
                  <a:sym typeface="Outfit"/>
                </a:rPr>
                <a:t>01 / Comienzo</a:t>
              </a:r>
              <a:endParaRPr b="1" sz="1100">
                <a:solidFill>
                  <a:srgbClr val="4DBAC1"/>
                </a:solidFill>
                <a:latin typeface="Outfit"/>
                <a:ea typeface="Outfit"/>
                <a:cs typeface="Outfit"/>
                <a:sym typeface="Outfit"/>
              </a:endParaRPr>
            </a:p>
            <a:p>
              <a:pPr indent="0" lvl="0" marL="0" rtl="0" algn="l">
                <a:spcBef>
                  <a:spcPts val="450"/>
                </a:spcBef>
                <a:spcAft>
                  <a:spcPts val="0"/>
                </a:spcAft>
                <a:buNone/>
              </a:pPr>
              <a:r>
                <a:rPr b="1" lang="en" sz="1300">
                  <a:solidFill>
                    <a:srgbClr val="FFFFFF"/>
                  </a:solidFill>
                  <a:latin typeface="Outfit"/>
                  <a:ea typeface="Outfit"/>
                  <a:cs typeface="Outfit"/>
                  <a:sym typeface="Outfit"/>
                </a:rPr>
                <a:t>¿Pioneros o Mainstream?</a:t>
              </a:r>
              <a:endParaRPr b="1" sz="1300">
                <a:solidFill>
                  <a:srgbClr val="FFFFFF"/>
                </a:solidFill>
                <a:latin typeface="Outfit"/>
                <a:ea typeface="Outfit"/>
                <a:cs typeface="Outfit"/>
                <a:sym typeface="Outfit"/>
              </a:endParaRPr>
            </a:p>
            <a:p>
              <a:pPr indent="0" lvl="0" marL="0" rtl="0" algn="l">
                <a:spcBef>
                  <a:spcPts val="450"/>
                </a:spcBef>
                <a:spcAft>
                  <a:spcPts val="0"/>
                </a:spcAft>
                <a:buNone/>
              </a:pPr>
              <a:r>
                <a:rPr lang="en" sz="1000">
                  <a:solidFill>
                    <a:srgbClr val="CBD5E1"/>
                  </a:solidFill>
                  <a:latin typeface="Outfit"/>
                  <a:ea typeface="Outfit"/>
                  <a:cs typeface="Outfit"/>
                  <a:sym typeface="Outfit"/>
                </a:rPr>
                <a:t>¿Vale la pena apostar cuando apenas comienza, o es más seguro y rentable esperar a que sea masiva?</a:t>
              </a:r>
              <a:endParaRPr sz="1000">
                <a:solidFill>
                  <a:srgbClr val="CBD5E1"/>
                </a:solidFill>
                <a:latin typeface="Outfit"/>
                <a:ea typeface="Outfit"/>
                <a:cs typeface="Outfit"/>
                <a:sym typeface="Outfit"/>
              </a:endParaRPr>
            </a:p>
          </p:txBody>
        </p:sp>
      </p:grpSp>
      <p:sp>
        <p:nvSpPr>
          <p:cNvPr id="204" name="Google Shape;204;p38"/>
          <p:cNvSpPr txBox="1"/>
          <p:nvPr/>
        </p:nvSpPr>
        <p:spPr>
          <a:xfrm>
            <a:off x="538988" y="1237075"/>
            <a:ext cx="4422300" cy="232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00">
                <a:solidFill>
                  <a:srgbClr val="EAE8E4"/>
                </a:solidFill>
                <a:latin typeface="Outfit"/>
                <a:ea typeface="Outfit"/>
                <a:cs typeface="Outfit"/>
                <a:sym typeface="Outfit"/>
              </a:rPr>
              <a:t>Nuestros agentes actuales nos dicen qué está en tendencia, pero carecen de </a:t>
            </a:r>
            <a:r>
              <a:rPr b="1" lang="en" sz="1300">
                <a:solidFill>
                  <a:srgbClr val="4DBAC1"/>
                </a:solidFill>
                <a:latin typeface="Outfit"/>
                <a:ea typeface="Outfit"/>
                <a:cs typeface="Outfit"/>
                <a:sym typeface="Outfit"/>
              </a:rPr>
              <a:t>timing</a:t>
            </a:r>
            <a:r>
              <a:rPr lang="en" sz="1300">
                <a:solidFill>
                  <a:srgbClr val="EAE8E4"/>
                </a:solidFill>
                <a:latin typeface="Outfit"/>
                <a:ea typeface="Outfit"/>
                <a:cs typeface="Outfit"/>
                <a:sym typeface="Outfit"/>
              </a:rPr>
              <a:t>.</a:t>
            </a:r>
            <a:endParaRPr sz="1300">
              <a:solidFill>
                <a:srgbClr val="EAE8E4"/>
              </a:solidFill>
              <a:latin typeface="Outfit"/>
              <a:ea typeface="Outfit"/>
              <a:cs typeface="Outfit"/>
              <a:sym typeface="Outfit"/>
            </a:endParaRPr>
          </a:p>
          <a:p>
            <a:pPr indent="0" lvl="0" marL="0" rtl="0" algn="l">
              <a:spcBef>
                <a:spcPts val="750"/>
              </a:spcBef>
              <a:spcAft>
                <a:spcPts val="0"/>
              </a:spcAft>
              <a:buNone/>
            </a:pPr>
            <a:r>
              <a:t/>
            </a:r>
            <a:endParaRPr sz="1300">
              <a:solidFill>
                <a:srgbClr val="EAE8E4"/>
              </a:solidFill>
              <a:latin typeface="Outfit"/>
              <a:ea typeface="Outfit"/>
              <a:cs typeface="Outfit"/>
              <a:sym typeface="Outfit"/>
            </a:endParaRPr>
          </a:p>
          <a:p>
            <a:pPr indent="0" lvl="0" marL="0" rtl="0" algn="l">
              <a:spcBef>
                <a:spcPts val="600"/>
              </a:spcBef>
              <a:spcAft>
                <a:spcPts val="0"/>
              </a:spcAft>
              <a:buNone/>
            </a:pPr>
            <a:r>
              <a:rPr b="1" lang="en" sz="1150">
                <a:solidFill>
                  <a:srgbClr val="22D3EE"/>
                </a:solidFill>
                <a:latin typeface="Outfit"/>
                <a:ea typeface="Outfit"/>
                <a:cs typeface="Outfit"/>
                <a:sym typeface="Outfit"/>
              </a:rPr>
              <a:t>El verdadero diferencial está en comprender en qué momento exacto de su ciclo se encuentra para decidir cuándo y cómo sumarnos.</a:t>
            </a:r>
            <a:endParaRPr b="1" sz="1150">
              <a:solidFill>
                <a:srgbClr val="22D3EE"/>
              </a:solidFill>
              <a:latin typeface="Outfit"/>
              <a:ea typeface="Outfit"/>
              <a:cs typeface="Outfit"/>
              <a:sym typeface="Outfit"/>
            </a:endParaRPr>
          </a:p>
        </p:txBody>
      </p:sp>
      <p:sp>
        <p:nvSpPr>
          <p:cNvPr id="205" name="Google Shape;205;p38"/>
          <p:cNvSpPr/>
          <p:nvPr/>
        </p:nvSpPr>
        <p:spPr>
          <a:xfrm>
            <a:off x="6053850" y="1289675"/>
            <a:ext cx="1729800" cy="242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600"/>
              </a:spcBef>
              <a:spcAft>
                <a:spcPts val="0"/>
              </a:spcAft>
              <a:buNone/>
            </a:pPr>
            <a:r>
              <a:rPr b="1" lang="en" sz="1600">
                <a:solidFill>
                  <a:srgbClr val="22D3EE"/>
                </a:solidFill>
                <a:latin typeface="Outfit"/>
                <a:ea typeface="Outfit"/>
                <a:cs typeface="Outfit"/>
                <a:sym typeface="Outfit"/>
              </a:rPr>
              <a:t>The Trend Cycle</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9"/>
          <p:cNvSpPr txBox="1"/>
          <p:nvPr/>
        </p:nvSpPr>
        <p:spPr>
          <a:xfrm>
            <a:off x="571500" y="571500"/>
            <a:ext cx="8001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2600">
                <a:solidFill>
                  <a:srgbClr val="FFFFFF"/>
                </a:solidFill>
                <a:latin typeface="Outfit ExtraBold"/>
                <a:ea typeface="Outfit ExtraBold"/>
                <a:cs typeface="Outfit ExtraBold"/>
                <a:sym typeface="Outfit ExtraBold"/>
              </a:rPr>
              <a:t>Nuestra Solución: El Motor Híbrido de Predicción</a:t>
            </a:r>
            <a:endParaRPr b="0" sz="2600">
              <a:solidFill>
                <a:srgbClr val="FFFFFF"/>
              </a:solidFill>
              <a:latin typeface="Outfit ExtraBold"/>
              <a:ea typeface="Outfit ExtraBold"/>
              <a:cs typeface="Outfit ExtraBold"/>
              <a:sym typeface="Outfit ExtraBold"/>
            </a:endParaRPr>
          </a:p>
        </p:txBody>
      </p:sp>
      <p:sp>
        <p:nvSpPr>
          <p:cNvPr id="211" name="Google Shape;211;p39"/>
          <p:cNvSpPr txBox="1"/>
          <p:nvPr/>
        </p:nvSpPr>
        <p:spPr>
          <a:xfrm>
            <a:off x="571500" y="1428750"/>
            <a:ext cx="4095900" cy="314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700">
                <a:solidFill>
                  <a:srgbClr val="00FFFF"/>
                </a:solidFill>
                <a:latin typeface="Outfit"/>
                <a:ea typeface="Outfit"/>
                <a:cs typeface="Outfit"/>
                <a:sym typeface="Outfit"/>
              </a:rPr>
              <a:t>¿Cómo resolvemos el problema?</a:t>
            </a:r>
            <a:endParaRPr b="0" sz="1700">
              <a:solidFill>
                <a:srgbClr val="00FFFF"/>
              </a:solidFill>
              <a:latin typeface="Outfit"/>
              <a:ea typeface="Outfit"/>
              <a:cs typeface="Outfit"/>
              <a:sym typeface="Outfit"/>
            </a:endParaRPr>
          </a:p>
          <a:p>
            <a:pPr indent="0" lvl="0" marL="0" rtl="0" algn="l">
              <a:spcBef>
                <a:spcPts val="900"/>
              </a:spcBef>
              <a:spcAft>
                <a:spcPts val="0"/>
              </a:spcAft>
              <a:buNone/>
            </a:pPr>
            <a:r>
              <a:rPr b="0" lang="en" sz="1350">
                <a:solidFill>
                  <a:srgbClr val="CBD5E1"/>
                </a:solidFill>
                <a:latin typeface="Outfit Light"/>
                <a:ea typeface="Outfit Light"/>
                <a:cs typeface="Outfit Light"/>
                <a:sym typeface="Outfit Light"/>
              </a:rPr>
              <a:t>En lugar de forzar a la inteligencia artificial a adivinar el futuro mediante cálculos que no domina, </a:t>
            </a:r>
            <a:r>
              <a:rPr b="1" lang="en" sz="1350">
                <a:solidFill>
                  <a:srgbClr val="22D3EE"/>
                </a:solidFill>
                <a:latin typeface="Outfit"/>
                <a:ea typeface="Outfit"/>
                <a:cs typeface="Outfit"/>
                <a:sym typeface="Outfit"/>
              </a:rPr>
              <a:t>integramos algoritmos </a:t>
            </a:r>
            <a:r>
              <a:rPr b="1" lang="en" sz="1350">
                <a:solidFill>
                  <a:srgbClr val="22D3EE"/>
                </a:solidFill>
                <a:latin typeface="Outfit"/>
                <a:ea typeface="Outfit"/>
                <a:cs typeface="Outfit"/>
                <a:sym typeface="Outfit"/>
              </a:rPr>
              <a:t>epidemiológicos</a:t>
            </a:r>
            <a:r>
              <a:rPr b="0" lang="en" sz="1350">
                <a:solidFill>
                  <a:srgbClr val="CBD5E1"/>
                </a:solidFill>
                <a:latin typeface="Outfit Light"/>
                <a:ea typeface="Outfit Light"/>
                <a:cs typeface="Outfit Light"/>
                <a:sym typeface="Outfit Light"/>
              </a:rPr>
              <a:t> para trayectoria real del momentum; luego, aprovechamos la IA para orientar </a:t>
            </a:r>
            <a:r>
              <a:rPr lang="en" sz="1350">
                <a:solidFill>
                  <a:srgbClr val="CBD5E1"/>
                </a:solidFill>
                <a:latin typeface="Outfit Light"/>
                <a:ea typeface="Outfit Light"/>
                <a:cs typeface="Outfit Light"/>
                <a:sym typeface="Outfit Light"/>
              </a:rPr>
              <a:t>acciones</a:t>
            </a:r>
            <a:r>
              <a:rPr lang="en" sz="1350">
                <a:solidFill>
                  <a:srgbClr val="CBD5E1"/>
                </a:solidFill>
                <a:latin typeface="Outfit Light"/>
                <a:ea typeface="Outfit Light"/>
                <a:cs typeface="Outfit Light"/>
                <a:sym typeface="Outfit Light"/>
              </a:rPr>
              <a:t> </a:t>
            </a:r>
            <a:r>
              <a:rPr b="0" lang="en" sz="1350">
                <a:solidFill>
                  <a:srgbClr val="CBD5E1"/>
                </a:solidFill>
                <a:latin typeface="Outfit Light"/>
                <a:ea typeface="Outfit Light"/>
                <a:cs typeface="Outfit Light"/>
                <a:sym typeface="Outfit Light"/>
              </a:rPr>
              <a:t>estratégica para ejecutar </a:t>
            </a:r>
            <a:r>
              <a:rPr lang="en" sz="1350">
                <a:solidFill>
                  <a:srgbClr val="CBD5E1"/>
                </a:solidFill>
                <a:latin typeface="Outfit Light"/>
                <a:ea typeface="Outfit Light"/>
                <a:cs typeface="Outfit Light"/>
                <a:sym typeface="Outfit Light"/>
              </a:rPr>
              <a:t>en cada momento de la tendencia.</a:t>
            </a:r>
            <a:endParaRPr b="0" sz="1350">
              <a:solidFill>
                <a:srgbClr val="CBD5E1"/>
              </a:solidFill>
              <a:latin typeface="Outfit Light"/>
              <a:ea typeface="Outfit Light"/>
              <a:cs typeface="Outfit Light"/>
              <a:sym typeface="Outfit Light"/>
            </a:endParaRPr>
          </a:p>
        </p:txBody>
      </p:sp>
      <p:grpSp>
        <p:nvGrpSpPr>
          <p:cNvPr id="212" name="Google Shape;212;p39"/>
          <p:cNvGrpSpPr/>
          <p:nvPr/>
        </p:nvGrpSpPr>
        <p:grpSpPr>
          <a:xfrm>
            <a:off x="5048250" y="1428750"/>
            <a:ext cx="3524400" cy="1571700"/>
            <a:chOff x="0" y="0"/>
            <a:chExt cx="3524400" cy="1571700"/>
          </a:xfrm>
        </p:grpSpPr>
        <p:sp>
          <p:nvSpPr>
            <p:cNvPr id="213" name="Google Shape;213;p39"/>
            <p:cNvSpPr/>
            <p:nvPr/>
          </p:nvSpPr>
          <p:spPr>
            <a:xfrm>
              <a:off x="0" y="0"/>
              <a:ext cx="3524400" cy="1571700"/>
            </a:xfrm>
            <a:prstGeom prst="roundRect">
              <a:avLst>
                <a:gd fmla="val 4848" name="adj"/>
              </a:avLst>
            </a:prstGeom>
            <a:solidFill>
              <a:srgbClr val="3D3D3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4" name="Google Shape;214;p39"/>
            <p:cNvSpPr/>
            <p:nvPr/>
          </p:nvSpPr>
          <p:spPr>
            <a:xfrm>
              <a:off x="0" y="0"/>
              <a:ext cx="38100" cy="1571700"/>
            </a:xfrm>
            <a:prstGeom prst="roundRect">
              <a:avLst>
                <a:gd fmla="val 50000" name="adj"/>
              </a:avLst>
            </a:prstGeom>
            <a:solidFill>
              <a:srgbClr val="4DBAC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p39"/>
            <p:cNvSpPr txBox="1"/>
            <p:nvPr/>
          </p:nvSpPr>
          <p:spPr>
            <a:xfrm>
              <a:off x="190500" y="142875"/>
              <a:ext cx="31434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4DBAC1"/>
                  </a:solidFill>
                  <a:latin typeface="Outfit"/>
                  <a:ea typeface="Outfit"/>
                  <a:cs typeface="Outfit"/>
                  <a:sym typeface="Outfit"/>
                </a:rPr>
                <a:t>01 / CAPA DE PRECISIÓN</a:t>
              </a:r>
              <a:endParaRPr b="1" sz="950">
                <a:solidFill>
                  <a:srgbClr val="4DBAC1"/>
                </a:solidFill>
                <a:latin typeface="Outfit"/>
                <a:ea typeface="Outfit"/>
                <a:cs typeface="Outfit"/>
                <a:sym typeface="Outfit"/>
              </a:endParaRPr>
            </a:p>
            <a:p>
              <a:pPr indent="0" lvl="0" marL="0" rtl="0" algn="l">
                <a:spcBef>
                  <a:spcPts val="450"/>
                </a:spcBef>
                <a:spcAft>
                  <a:spcPts val="0"/>
                </a:spcAft>
                <a:buNone/>
              </a:pPr>
              <a:r>
                <a:rPr b="1" lang="en" sz="1500">
                  <a:solidFill>
                    <a:srgbClr val="FFFFFF"/>
                  </a:solidFill>
                  <a:latin typeface="Outfit"/>
                  <a:ea typeface="Outfit"/>
                  <a:cs typeface="Outfit"/>
                  <a:sym typeface="Outfit"/>
                </a:rPr>
                <a:t>El Cerebro Matemático</a:t>
              </a:r>
              <a:br>
                <a:rPr b="1" lang="en" sz="1000">
                  <a:solidFill>
                    <a:srgbClr val="4DBAC1"/>
                  </a:solidFill>
                  <a:latin typeface="Outfit"/>
                  <a:ea typeface="Outfit"/>
                  <a:cs typeface="Outfit"/>
                  <a:sym typeface="Outfit"/>
                </a:rPr>
              </a:br>
              <a:r>
                <a:rPr b="0" i="1" lang="en" sz="1050">
                  <a:solidFill>
                    <a:srgbClr val="CBD5E1"/>
                  </a:solidFill>
                  <a:latin typeface="Outfit"/>
                  <a:ea typeface="Outfit"/>
                  <a:cs typeface="Outfit"/>
                  <a:sym typeface="Outfit"/>
                </a:rPr>
                <a:t>(Motor Determinista)</a:t>
              </a:r>
              <a:endParaRPr b="1" sz="1000">
                <a:solidFill>
                  <a:srgbClr val="4DBAC1"/>
                </a:solidFill>
                <a:latin typeface="Outfit"/>
                <a:ea typeface="Outfit"/>
                <a:cs typeface="Outfit"/>
                <a:sym typeface="Outfit"/>
              </a:endParaRPr>
            </a:p>
            <a:p>
              <a:pPr indent="0" lvl="0" marL="0" rtl="0" algn="l">
                <a:spcBef>
                  <a:spcPts val="750"/>
                </a:spcBef>
                <a:spcAft>
                  <a:spcPts val="0"/>
                </a:spcAft>
                <a:buNone/>
              </a:pPr>
              <a:r>
                <a:rPr b="0" lang="en" sz="1050">
                  <a:solidFill>
                    <a:srgbClr val="EAE8E4"/>
                  </a:solidFill>
                  <a:latin typeface="Outfit Light"/>
                  <a:ea typeface="Outfit Light"/>
                  <a:cs typeface="Outfit Light"/>
                  <a:sym typeface="Outfit Light"/>
                </a:rPr>
                <a:t>Un algoritmo que calcula con exactitud absoluta la fase del ciclo de vida de la tendencia (Onset, Rise, Peak, Decline, Obsolescence). </a:t>
              </a:r>
              <a:r>
                <a:rPr b="1" lang="en" sz="1050">
                  <a:solidFill>
                    <a:srgbClr val="4DBAC1"/>
                  </a:solidFill>
                  <a:latin typeface="Outfit"/>
                  <a:ea typeface="Outfit"/>
                  <a:cs typeface="Outfit"/>
                  <a:sym typeface="Outfit"/>
                </a:rPr>
                <a:t>Cero alucinaciones.</a:t>
              </a:r>
              <a:endParaRPr b="0" sz="1050">
                <a:solidFill>
                  <a:srgbClr val="EAE8E4"/>
                </a:solidFill>
                <a:latin typeface="Outfit Light"/>
                <a:ea typeface="Outfit Light"/>
                <a:cs typeface="Outfit Light"/>
                <a:sym typeface="Outfit Light"/>
              </a:endParaRPr>
            </a:p>
          </p:txBody>
        </p:sp>
      </p:grpSp>
      <p:grpSp>
        <p:nvGrpSpPr>
          <p:cNvPr id="216" name="Google Shape;216;p39"/>
          <p:cNvGrpSpPr/>
          <p:nvPr/>
        </p:nvGrpSpPr>
        <p:grpSpPr>
          <a:xfrm>
            <a:off x="5048250" y="3143250"/>
            <a:ext cx="3524400" cy="1571700"/>
            <a:chOff x="0" y="0"/>
            <a:chExt cx="3524400" cy="1571700"/>
          </a:xfrm>
        </p:grpSpPr>
        <p:sp>
          <p:nvSpPr>
            <p:cNvPr id="217" name="Google Shape;217;p39"/>
            <p:cNvSpPr/>
            <p:nvPr/>
          </p:nvSpPr>
          <p:spPr>
            <a:xfrm>
              <a:off x="0" y="0"/>
              <a:ext cx="3524400" cy="1571700"/>
            </a:xfrm>
            <a:prstGeom prst="roundRect">
              <a:avLst>
                <a:gd fmla="val 4848" name="adj"/>
              </a:avLst>
            </a:prstGeom>
            <a:solidFill>
              <a:srgbClr val="3D3D3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39"/>
            <p:cNvSpPr/>
            <p:nvPr/>
          </p:nvSpPr>
          <p:spPr>
            <a:xfrm>
              <a:off x="0" y="0"/>
              <a:ext cx="38100" cy="1571700"/>
            </a:xfrm>
            <a:prstGeom prst="roundRect">
              <a:avLst>
                <a:gd fmla="val 50000" name="adj"/>
              </a:avLst>
            </a:prstGeom>
            <a:solidFill>
              <a:srgbClr val="22D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9" name="Google Shape;219;p39"/>
            <p:cNvSpPr txBox="1"/>
            <p:nvPr/>
          </p:nvSpPr>
          <p:spPr>
            <a:xfrm>
              <a:off x="190500" y="142875"/>
              <a:ext cx="31434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22D3EE"/>
                  </a:solidFill>
                  <a:latin typeface="Outfit"/>
                  <a:ea typeface="Outfit"/>
                  <a:cs typeface="Outfit"/>
                  <a:sym typeface="Outfit"/>
                </a:rPr>
                <a:t>02 / CAPA COGNITIVA</a:t>
              </a:r>
              <a:endParaRPr b="1" sz="950">
                <a:solidFill>
                  <a:srgbClr val="22D3EE"/>
                </a:solidFill>
                <a:latin typeface="Outfit"/>
                <a:ea typeface="Outfit"/>
                <a:cs typeface="Outfit"/>
                <a:sym typeface="Outfit"/>
              </a:endParaRPr>
            </a:p>
            <a:p>
              <a:pPr indent="0" lvl="0" marL="0" rtl="0" algn="l">
                <a:spcBef>
                  <a:spcPts val="450"/>
                </a:spcBef>
                <a:spcAft>
                  <a:spcPts val="0"/>
                </a:spcAft>
                <a:buNone/>
              </a:pPr>
              <a:r>
                <a:rPr b="1" lang="en" sz="1500">
                  <a:solidFill>
                    <a:srgbClr val="FFFFFF"/>
                  </a:solidFill>
                  <a:latin typeface="Outfit"/>
                  <a:ea typeface="Outfit"/>
                  <a:cs typeface="Outfit"/>
                  <a:sym typeface="Outfit"/>
                </a:rPr>
                <a:t>El Agente Estratega</a:t>
              </a:r>
              <a:br>
                <a:rPr b="1" lang="en" sz="1000">
                  <a:solidFill>
                    <a:srgbClr val="22D3EE"/>
                  </a:solidFill>
                  <a:latin typeface="Outfit"/>
                  <a:ea typeface="Outfit"/>
                  <a:cs typeface="Outfit"/>
                  <a:sym typeface="Outfit"/>
                </a:rPr>
              </a:br>
              <a:r>
                <a:rPr b="0" i="1" lang="en" sz="1050">
                  <a:solidFill>
                    <a:srgbClr val="CBD5E1"/>
                  </a:solidFill>
                  <a:latin typeface="Outfit"/>
                  <a:ea typeface="Outfit"/>
                  <a:cs typeface="Outfit"/>
                  <a:sym typeface="Outfit"/>
                </a:rPr>
                <a:t>(Agentic LLM Interpreter)</a:t>
              </a:r>
              <a:endParaRPr b="1" sz="1000">
                <a:solidFill>
                  <a:srgbClr val="22D3EE"/>
                </a:solidFill>
                <a:latin typeface="Outfit"/>
                <a:ea typeface="Outfit"/>
                <a:cs typeface="Outfit"/>
                <a:sym typeface="Outfit"/>
              </a:endParaRPr>
            </a:p>
            <a:p>
              <a:pPr indent="0" lvl="0" marL="0" rtl="0" algn="l">
                <a:spcBef>
                  <a:spcPts val="750"/>
                </a:spcBef>
                <a:spcAft>
                  <a:spcPts val="0"/>
                </a:spcAft>
                <a:buNone/>
              </a:pPr>
              <a:r>
                <a:rPr b="0" lang="en" sz="1050">
                  <a:solidFill>
                    <a:srgbClr val="EAE8E4"/>
                  </a:solidFill>
                  <a:latin typeface="Outfit Light"/>
                  <a:ea typeface="Outfit Light"/>
                  <a:cs typeface="Outfit Light"/>
                  <a:sym typeface="Outfit Light"/>
                </a:rPr>
                <a:t>Nuestro agente inteligente recibe estos datos puros y los traduce en </a:t>
              </a:r>
              <a:r>
                <a:rPr b="1" lang="en" sz="1050">
                  <a:solidFill>
                    <a:srgbClr val="22D3EE"/>
                  </a:solidFill>
                  <a:latin typeface="Outfit"/>
                  <a:ea typeface="Outfit"/>
                  <a:cs typeface="Outfit"/>
                  <a:sym typeface="Outfit"/>
                </a:rPr>
                <a:t>recomendaciones estratégicas</a:t>
              </a:r>
              <a:r>
                <a:rPr b="0" lang="en" sz="1050">
                  <a:solidFill>
                    <a:srgbClr val="EAE8E4"/>
                  </a:solidFill>
                  <a:latin typeface="Outfit Light"/>
                  <a:ea typeface="Outfit Light"/>
                  <a:cs typeface="Outfit Light"/>
                  <a:sym typeface="Outfit Light"/>
                </a:rPr>
                <a:t> para el negocio (qué hacer con el contenido o los medios).</a:t>
              </a:r>
              <a:endParaRPr b="0" sz="1050">
                <a:solidFill>
                  <a:srgbClr val="EAE8E4"/>
                </a:solidFill>
                <a:latin typeface="Outfit Light"/>
                <a:ea typeface="Outfit Light"/>
                <a:cs typeface="Outfit Light"/>
                <a:sym typeface="Outfit Light"/>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0"/>
          <p:cNvSpPr txBox="1"/>
          <p:nvPr/>
        </p:nvSpPr>
        <p:spPr>
          <a:xfrm>
            <a:off x="571500" y="428625"/>
            <a:ext cx="8001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2800">
                <a:solidFill>
                  <a:srgbClr val="FFFFFF"/>
                </a:solidFill>
                <a:latin typeface="Outfit ExtraBold"/>
                <a:ea typeface="Outfit ExtraBold"/>
                <a:cs typeface="Outfit ExtraBold"/>
                <a:sym typeface="Outfit ExtraBold"/>
              </a:rPr>
              <a:t>De la Predicción a la Acción Estratégica</a:t>
            </a:r>
            <a:endParaRPr b="0" sz="2800">
              <a:solidFill>
                <a:srgbClr val="FFFFFF"/>
              </a:solidFill>
              <a:latin typeface="Outfit ExtraBold"/>
              <a:ea typeface="Outfit ExtraBold"/>
              <a:cs typeface="Outfit ExtraBold"/>
              <a:sym typeface="Outfit ExtraBold"/>
            </a:endParaRPr>
          </a:p>
        </p:txBody>
      </p:sp>
      <p:grpSp>
        <p:nvGrpSpPr>
          <p:cNvPr id="225" name="Google Shape;225;p40"/>
          <p:cNvGrpSpPr/>
          <p:nvPr/>
        </p:nvGrpSpPr>
        <p:grpSpPr>
          <a:xfrm>
            <a:off x="571500" y="2882822"/>
            <a:ext cx="8001000" cy="1974448"/>
            <a:chOff x="571500" y="2095500"/>
            <a:chExt cx="8001000" cy="2571900"/>
          </a:xfrm>
        </p:grpSpPr>
        <p:sp>
          <p:nvSpPr>
            <p:cNvPr id="226" name="Google Shape;226;p40"/>
            <p:cNvSpPr/>
            <p:nvPr/>
          </p:nvSpPr>
          <p:spPr>
            <a:xfrm>
              <a:off x="571500" y="2095500"/>
              <a:ext cx="2476500" cy="2571900"/>
            </a:xfrm>
            <a:prstGeom prst="roundRect">
              <a:avLst>
                <a:gd fmla="val 4615" name="adj"/>
              </a:avLst>
            </a:prstGeom>
            <a:solidFill>
              <a:srgbClr val="38383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40"/>
            <p:cNvSpPr/>
            <p:nvPr/>
          </p:nvSpPr>
          <p:spPr>
            <a:xfrm>
              <a:off x="571500" y="2095500"/>
              <a:ext cx="2476500" cy="38100"/>
            </a:xfrm>
            <a:prstGeom prst="roundRect">
              <a:avLst>
                <a:gd fmla="val 50000" name="adj"/>
              </a:avLst>
            </a:prstGeom>
            <a:solidFill>
              <a:srgbClr val="22D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40"/>
            <p:cNvSpPr txBox="1"/>
            <p:nvPr/>
          </p:nvSpPr>
          <p:spPr>
            <a:xfrm>
              <a:off x="742950" y="2286000"/>
              <a:ext cx="21336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22D3EE"/>
                  </a:solidFill>
                  <a:latin typeface="Outfit ExtraBold"/>
                  <a:ea typeface="Outfit ExtraBold"/>
                  <a:cs typeface="Outfit ExtraBold"/>
                  <a:sym typeface="Outfit ExtraBold"/>
                </a:rPr>
                <a:t>01 / EL INPUT</a:t>
              </a:r>
              <a:endParaRPr b="0" sz="1000">
                <a:solidFill>
                  <a:srgbClr val="22D3EE"/>
                </a:solidFill>
                <a:latin typeface="Outfit ExtraBold"/>
                <a:ea typeface="Outfit ExtraBold"/>
                <a:cs typeface="Outfit ExtraBold"/>
                <a:sym typeface="Outfit ExtraBold"/>
              </a:endParaRPr>
            </a:p>
            <a:p>
              <a:pPr indent="0" lvl="0" marL="0" rtl="0" algn="l">
                <a:spcBef>
                  <a:spcPts val="600"/>
                </a:spcBef>
                <a:spcAft>
                  <a:spcPts val="0"/>
                </a:spcAft>
                <a:buNone/>
              </a:pPr>
              <a:r>
                <a:rPr b="0" lang="en" sz="1600">
                  <a:solidFill>
                    <a:srgbClr val="FFFFFF"/>
                  </a:solidFill>
                  <a:latin typeface="Outfit ExtraBold"/>
                  <a:ea typeface="Outfit ExtraBold"/>
                  <a:cs typeface="Outfit ExtraBold"/>
                  <a:sym typeface="Outfit ExtraBold"/>
                </a:rPr>
                <a:t>Parámetros de la Marca</a:t>
              </a:r>
              <a:endParaRPr b="0" sz="1600">
                <a:solidFill>
                  <a:srgbClr val="FFFFFF"/>
                </a:solidFill>
                <a:latin typeface="Outfit ExtraBold"/>
                <a:ea typeface="Outfit ExtraBold"/>
                <a:cs typeface="Outfit ExtraBold"/>
                <a:sym typeface="Outfit ExtraBold"/>
              </a:endParaRPr>
            </a:p>
            <a:p>
              <a:pPr indent="0" lvl="0" marL="0" rtl="0" algn="l">
                <a:spcBef>
                  <a:spcPts val="900"/>
                </a:spcBef>
                <a:spcAft>
                  <a:spcPts val="0"/>
                </a:spcAft>
                <a:buNone/>
              </a:pPr>
              <a:r>
                <a:rPr b="0" lang="en" sz="1100">
                  <a:solidFill>
                    <a:srgbClr val="D1D5DB"/>
                  </a:solidFill>
                  <a:latin typeface="Outfit Light"/>
                  <a:ea typeface="Outfit Light"/>
                  <a:cs typeface="Outfit Light"/>
                  <a:sym typeface="Outfit Light"/>
                </a:rPr>
                <a:t>Ingresamos todo el contexto: la marca, el sector, el público, el tono de voz, el objetivo de la campaña, los canales principales y las restricciones específicas.</a:t>
              </a:r>
              <a:endParaRPr b="0" sz="1100">
                <a:solidFill>
                  <a:srgbClr val="D1D5DB"/>
                </a:solidFill>
                <a:latin typeface="Outfit Light"/>
                <a:ea typeface="Outfit Light"/>
                <a:cs typeface="Outfit Light"/>
                <a:sym typeface="Outfit Light"/>
              </a:endParaRPr>
            </a:p>
          </p:txBody>
        </p:sp>
        <p:sp>
          <p:nvSpPr>
            <p:cNvPr id="229" name="Google Shape;229;p40"/>
            <p:cNvSpPr/>
            <p:nvPr/>
          </p:nvSpPr>
          <p:spPr>
            <a:xfrm>
              <a:off x="3333750" y="2095500"/>
              <a:ext cx="2476500" cy="2571900"/>
            </a:xfrm>
            <a:prstGeom prst="roundRect">
              <a:avLst>
                <a:gd fmla="val 4615" name="adj"/>
              </a:avLst>
            </a:prstGeom>
            <a:solidFill>
              <a:srgbClr val="38383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40"/>
            <p:cNvSpPr/>
            <p:nvPr/>
          </p:nvSpPr>
          <p:spPr>
            <a:xfrm>
              <a:off x="3333750" y="2095500"/>
              <a:ext cx="2476500" cy="38100"/>
            </a:xfrm>
            <a:prstGeom prst="roundRect">
              <a:avLst>
                <a:gd fmla="val 50000" name="adj"/>
              </a:avLst>
            </a:prstGeom>
            <a:solidFill>
              <a:srgbClr val="22D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40"/>
            <p:cNvSpPr txBox="1"/>
            <p:nvPr/>
          </p:nvSpPr>
          <p:spPr>
            <a:xfrm>
              <a:off x="3505200" y="2286000"/>
              <a:ext cx="21336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22D3EE"/>
                  </a:solidFill>
                  <a:latin typeface="Outfit ExtraBold"/>
                  <a:ea typeface="Outfit ExtraBold"/>
                  <a:cs typeface="Outfit ExtraBold"/>
                  <a:sym typeface="Outfit ExtraBold"/>
                </a:rPr>
                <a:t>02 / EL OUTPUT (EJECUCIÓN)</a:t>
              </a:r>
              <a:endParaRPr b="0" sz="1000">
                <a:solidFill>
                  <a:srgbClr val="22D3EE"/>
                </a:solidFill>
                <a:latin typeface="Outfit ExtraBold"/>
                <a:ea typeface="Outfit ExtraBold"/>
                <a:cs typeface="Outfit ExtraBold"/>
                <a:sym typeface="Outfit ExtraBold"/>
              </a:endParaRPr>
            </a:p>
            <a:p>
              <a:pPr indent="0" lvl="0" marL="0" rtl="0" algn="l">
                <a:spcBef>
                  <a:spcPts val="600"/>
                </a:spcBef>
                <a:spcAft>
                  <a:spcPts val="0"/>
                </a:spcAft>
                <a:buNone/>
              </a:pPr>
              <a:r>
                <a:rPr b="0" lang="en" sz="1600">
                  <a:solidFill>
                    <a:srgbClr val="FFFFFF"/>
                  </a:solidFill>
                  <a:latin typeface="Outfit ExtraBold"/>
                  <a:ea typeface="Outfit ExtraBold"/>
                  <a:cs typeface="Outfit ExtraBold"/>
                  <a:sym typeface="Outfit ExtraBold"/>
                </a:rPr>
                <a:t>Cómo Subirse a la Ola</a:t>
              </a:r>
              <a:endParaRPr b="0" sz="1600">
                <a:solidFill>
                  <a:srgbClr val="FFFFFF"/>
                </a:solidFill>
                <a:latin typeface="Outfit ExtraBold"/>
                <a:ea typeface="Outfit ExtraBold"/>
                <a:cs typeface="Outfit ExtraBold"/>
                <a:sym typeface="Outfit ExtraBold"/>
              </a:endParaRPr>
            </a:p>
            <a:p>
              <a:pPr indent="0" lvl="0" marL="0" rtl="0" algn="l">
                <a:spcBef>
                  <a:spcPts val="900"/>
                </a:spcBef>
                <a:spcAft>
                  <a:spcPts val="0"/>
                </a:spcAft>
                <a:buNone/>
              </a:pPr>
              <a:r>
                <a:rPr b="0" lang="en" sz="1100">
                  <a:solidFill>
                    <a:srgbClr val="D1D5DB"/>
                  </a:solidFill>
                  <a:latin typeface="Outfit Light"/>
                  <a:ea typeface="Outfit Light"/>
                  <a:cs typeface="Outfit Light"/>
                  <a:sym typeface="Outfit Light"/>
                </a:rPr>
                <a:t>La IA procesa nuestro contexto y nos entrega la estrategia exacta de cómo sumarnos a la tendencia de forma orgánica, respetando nuestra identidad y canales.</a:t>
              </a:r>
              <a:endParaRPr b="0" sz="1100">
                <a:solidFill>
                  <a:srgbClr val="D1D5DB"/>
                </a:solidFill>
                <a:latin typeface="Outfit Light"/>
                <a:ea typeface="Outfit Light"/>
                <a:cs typeface="Outfit Light"/>
                <a:sym typeface="Outfit Light"/>
              </a:endParaRPr>
            </a:p>
          </p:txBody>
        </p:sp>
        <p:sp>
          <p:nvSpPr>
            <p:cNvPr id="232" name="Google Shape;232;p40"/>
            <p:cNvSpPr/>
            <p:nvPr/>
          </p:nvSpPr>
          <p:spPr>
            <a:xfrm>
              <a:off x="6096000" y="2095500"/>
              <a:ext cx="2476500" cy="2571900"/>
            </a:xfrm>
            <a:prstGeom prst="roundRect">
              <a:avLst>
                <a:gd fmla="val 4615" name="adj"/>
              </a:avLst>
            </a:prstGeom>
            <a:solidFill>
              <a:srgbClr val="38383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p40"/>
            <p:cNvSpPr/>
            <p:nvPr/>
          </p:nvSpPr>
          <p:spPr>
            <a:xfrm>
              <a:off x="6096000" y="2095500"/>
              <a:ext cx="2476500" cy="38100"/>
            </a:xfrm>
            <a:prstGeom prst="roundRect">
              <a:avLst>
                <a:gd fmla="val 50000" name="adj"/>
              </a:avLst>
            </a:prstGeom>
            <a:solidFill>
              <a:srgbClr val="22D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4" name="Google Shape;234;p40"/>
            <p:cNvSpPr txBox="1"/>
            <p:nvPr/>
          </p:nvSpPr>
          <p:spPr>
            <a:xfrm>
              <a:off x="6267450" y="2286000"/>
              <a:ext cx="21336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22D3EE"/>
                  </a:solidFill>
                  <a:latin typeface="Outfit ExtraBold"/>
                  <a:ea typeface="Outfit ExtraBold"/>
                  <a:cs typeface="Outfit ExtraBold"/>
                  <a:sym typeface="Outfit ExtraBold"/>
                </a:rPr>
                <a:t>03 / EL OUTPUT (SEGURIDAD)</a:t>
              </a:r>
              <a:endParaRPr b="0" sz="1000">
                <a:solidFill>
                  <a:srgbClr val="22D3EE"/>
                </a:solidFill>
                <a:latin typeface="Outfit ExtraBold"/>
                <a:ea typeface="Outfit ExtraBold"/>
                <a:cs typeface="Outfit ExtraBold"/>
                <a:sym typeface="Outfit ExtraBold"/>
              </a:endParaRPr>
            </a:p>
            <a:p>
              <a:pPr indent="0" lvl="0" marL="0" rtl="0" algn="l">
                <a:spcBef>
                  <a:spcPts val="600"/>
                </a:spcBef>
                <a:spcAft>
                  <a:spcPts val="0"/>
                </a:spcAft>
                <a:buNone/>
              </a:pPr>
              <a:r>
                <a:rPr b="0" lang="en" sz="1600">
                  <a:solidFill>
                    <a:srgbClr val="FFFFFF"/>
                  </a:solidFill>
                  <a:latin typeface="Outfit ExtraBold"/>
                  <a:ea typeface="Outfit ExtraBold"/>
                  <a:cs typeface="Outfit ExtraBold"/>
                  <a:sym typeface="Outfit ExtraBold"/>
                </a:rPr>
                <a:t>Riesgos y Accionables</a:t>
              </a:r>
              <a:endParaRPr b="0" sz="1600">
                <a:solidFill>
                  <a:srgbClr val="FFFFFF"/>
                </a:solidFill>
                <a:latin typeface="Outfit ExtraBold"/>
                <a:ea typeface="Outfit ExtraBold"/>
                <a:cs typeface="Outfit ExtraBold"/>
                <a:sym typeface="Outfit ExtraBold"/>
              </a:endParaRPr>
            </a:p>
            <a:p>
              <a:pPr indent="0" lvl="0" marL="0" rtl="0" algn="l">
                <a:spcBef>
                  <a:spcPts val="900"/>
                </a:spcBef>
                <a:spcAft>
                  <a:spcPts val="0"/>
                </a:spcAft>
                <a:buNone/>
              </a:pPr>
              <a:r>
                <a:rPr b="0" lang="en" sz="1100">
                  <a:solidFill>
                    <a:srgbClr val="D1D5DB"/>
                  </a:solidFill>
                  <a:latin typeface="Outfit Light"/>
                  <a:ea typeface="Outfit Light"/>
                  <a:cs typeface="Outfit Light"/>
                  <a:sym typeface="Outfit Light"/>
                </a:rPr>
                <a:t>Recibimos los pasos tácticos a seguir y una evaluación clara de los niveles de riesgo (Bajo, Medio, Alto, Crítico) para proteger la reputación antes de publicar.</a:t>
              </a:r>
              <a:endParaRPr b="0" sz="1100">
                <a:solidFill>
                  <a:srgbClr val="D1D5DB"/>
                </a:solidFill>
                <a:latin typeface="Outfit Light"/>
                <a:ea typeface="Outfit Light"/>
                <a:cs typeface="Outfit Light"/>
                <a:sym typeface="Outfit Light"/>
              </a:endParaRPr>
            </a:p>
          </p:txBody>
        </p:sp>
      </p:grpSp>
      <p:sp>
        <p:nvSpPr>
          <p:cNvPr id="235" name="Google Shape;235;p40"/>
          <p:cNvSpPr txBox="1"/>
          <p:nvPr/>
        </p:nvSpPr>
        <p:spPr>
          <a:xfrm>
            <a:off x="571500" y="1428750"/>
            <a:ext cx="8001000" cy="314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600">
                <a:solidFill>
                  <a:srgbClr val="22D3EE"/>
                </a:solidFill>
                <a:latin typeface="Outfit"/>
                <a:ea typeface="Outfit"/>
                <a:cs typeface="Outfit"/>
                <a:sym typeface="Outfit"/>
              </a:rPr>
              <a:t>No </a:t>
            </a:r>
            <a:r>
              <a:rPr lang="en" sz="1600">
                <a:solidFill>
                  <a:srgbClr val="22D3EE"/>
                </a:solidFill>
                <a:latin typeface="Outfit"/>
                <a:ea typeface="Outfit"/>
                <a:cs typeface="Outfit"/>
                <a:sym typeface="Outfit"/>
              </a:rPr>
              <a:t>sólo</a:t>
            </a:r>
            <a:r>
              <a:rPr lang="en" sz="1600">
                <a:solidFill>
                  <a:srgbClr val="22D3EE"/>
                </a:solidFill>
                <a:latin typeface="Outfit"/>
                <a:ea typeface="Outfit"/>
                <a:cs typeface="Outfit"/>
                <a:sym typeface="Outfit"/>
              </a:rPr>
              <a:t> identificamos el momento de la tendencia, te entregamos el </a:t>
            </a:r>
            <a:r>
              <a:rPr i="1" lang="en" sz="1600">
                <a:solidFill>
                  <a:srgbClr val="22D3EE"/>
                </a:solidFill>
                <a:latin typeface="Outfit"/>
                <a:ea typeface="Outfit"/>
                <a:cs typeface="Outfit"/>
                <a:sym typeface="Outfit"/>
              </a:rPr>
              <a:t>playbook</a:t>
            </a:r>
            <a:r>
              <a:rPr lang="en" sz="1600">
                <a:solidFill>
                  <a:srgbClr val="22D3EE"/>
                </a:solidFill>
                <a:latin typeface="Outfit"/>
                <a:ea typeface="Outfit"/>
                <a:cs typeface="Outfit"/>
                <a:sym typeface="Outfit"/>
              </a:rPr>
              <a:t> exacto de cómo ejecutarla.</a:t>
            </a:r>
            <a:endParaRPr sz="1600">
              <a:solidFill>
                <a:srgbClr val="22D3EE"/>
              </a:solidFill>
              <a:latin typeface="Outfit"/>
              <a:ea typeface="Outfit"/>
              <a:cs typeface="Outfit"/>
              <a:sym typeface="Outfit"/>
            </a:endParaRPr>
          </a:p>
          <a:p>
            <a:pPr indent="0" lvl="0" marL="0" rtl="0" algn="l">
              <a:spcBef>
                <a:spcPts val="0"/>
              </a:spcBef>
              <a:spcAft>
                <a:spcPts val="0"/>
              </a:spcAft>
              <a:buNone/>
            </a:pPr>
            <a:r>
              <a:t/>
            </a:r>
            <a:endParaRPr sz="1100">
              <a:solidFill>
                <a:schemeClr val="accent6"/>
              </a:solidFill>
              <a:latin typeface="Outfit"/>
              <a:ea typeface="Outfit"/>
              <a:cs typeface="Outfit"/>
              <a:sym typeface="Outfit"/>
            </a:endParaRPr>
          </a:p>
          <a:p>
            <a:pPr indent="0" lvl="0" marL="0" rtl="0" algn="l">
              <a:spcBef>
                <a:spcPts val="0"/>
              </a:spcBef>
              <a:spcAft>
                <a:spcPts val="0"/>
              </a:spcAft>
              <a:buNone/>
            </a:pPr>
            <a:r>
              <a:rPr lang="en" sz="1100">
                <a:solidFill>
                  <a:schemeClr val="accent6"/>
                </a:solidFill>
                <a:latin typeface="Outfit"/>
                <a:ea typeface="Outfit"/>
                <a:cs typeface="Outfit"/>
                <a:sym typeface="Outfit"/>
              </a:rPr>
              <a:t>Nuestro Agente de IA procesa la fase de la tendencia y genera un plan de acción a medida, indicando exactamente cómo, dónde y con qué riesgos debe participar la marca.</a:t>
            </a:r>
            <a:endParaRPr sz="1350">
              <a:solidFill>
                <a:schemeClr val="accent6"/>
              </a:solidFill>
              <a:latin typeface="Outfit Light"/>
              <a:ea typeface="Outfit Light"/>
              <a:cs typeface="Outfit Light"/>
              <a:sym typeface="Outfit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1"/>
          <p:cNvSpPr txBox="1"/>
          <p:nvPr/>
        </p:nvSpPr>
        <p:spPr>
          <a:xfrm>
            <a:off x="284850" y="4282500"/>
            <a:ext cx="8574300" cy="575700"/>
          </a:xfrm>
          <a:prstGeom prst="rect">
            <a:avLst/>
          </a:prstGeom>
          <a:noFill/>
          <a:ln>
            <a:noFill/>
          </a:ln>
        </p:spPr>
        <p:txBody>
          <a:bodyPr anchorCtr="0" anchor="b" bIns="0" lIns="0" spcFirstLastPara="1" rIns="0" wrap="square" tIns="0">
            <a:noAutofit/>
          </a:bodyPr>
          <a:lstStyle/>
          <a:p>
            <a:pPr indent="0" lvl="0" marL="0" rtl="0" algn="just">
              <a:spcBef>
                <a:spcPts val="0"/>
              </a:spcBef>
              <a:spcAft>
                <a:spcPts val="0"/>
              </a:spcAft>
              <a:buNone/>
            </a:pPr>
            <a:r>
              <a:rPr lang="en" sz="500">
                <a:solidFill>
                  <a:srgbClr val="666666"/>
                </a:solidFill>
                <a:latin typeface="Helvetica Neue"/>
                <a:ea typeface="Helvetica Neue"/>
                <a:cs typeface="Helvetica Neue"/>
                <a:sym typeface="Helvetica Neue"/>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Monks.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sz="500">
              <a:solidFill>
                <a:srgbClr val="666666"/>
              </a:solidFill>
              <a:latin typeface="Helvetica Neue"/>
              <a:ea typeface="Helvetica Neue"/>
              <a:cs typeface="Helvetica Neue"/>
              <a:sym typeface="Helvetica Neue"/>
            </a:endParaRPr>
          </a:p>
          <a:p>
            <a:pPr indent="0" lvl="0" marL="0" rtl="0" algn="just">
              <a:spcBef>
                <a:spcPts val="0"/>
              </a:spcBef>
              <a:spcAft>
                <a:spcPts val="0"/>
              </a:spcAft>
              <a:buNone/>
            </a:pPr>
            <a:r>
              <a:t/>
            </a:r>
            <a:endParaRPr sz="500">
              <a:solidFill>
                <a:srgbClr val="666666"/>
              </a:solidFill>
              <a:latin typeface="Helvetica Neue"/>
              <a:ea typeface="Helvetica Neue"/>
              <a:cs typeface="Helvetica Neue"/>
              <a:sym typeface="Helvetica Neue"/>
            </a:endParaRPr>
          </a:p>
          <a:p>
            <a:pPr indent="0" lvl="0" marL="0" rtl="0" algn="just">
              <a:spcBef>
                <a:spcPts val="0"/>
              </a:spcBef>
              <a:spcAft>
                <a:spcPts val="0"/>
              </a:spcAft>
              <a:buNone/>
            </a:pPr>
            <a:r>
              <a:rPr lang="en" sz="500">
                <a:solidFill>
                  <a:srgbClr val="666666"/>
                </a:solidFill>
                <a:latin typeface="Helvetica Neue"/>
                <a:ea typeface="Helvetica Neue"/>
                <a:cs typeface="Helvetica Neue"/>
                <a:sym typeface="Helvetica Neue"/>
              </a:rPr>
              <a:t>Copyright © 2026 Monks. All rights reserved. Monks and the Monks logo are trademarks or registered trademarks of Monks. in the U.S. and/or other countries. All other trademarks are the property of their respective owners.</a:t>
            </a:r>
            <a:endParaRPr sz="500">
              <a:solidFill>
                <a:srgbClr val="666666"/>
              </a:solidFill>
              <a:latin typeface="Helvetica Neue"/>
              <a:ea typeface="Helvetica Neue"/>
              <a:cs typeface="Helvetica Neue"/>
              <a:sym typeface="Helvetica Neue"/>
            </a:endParaRPr>
          </a:p>
        </p:txBody>
      </p:sp>
      <p:sp>
        <p:nvSpPr>
          <p:cNvPr id="241" name="Google Shape;241;p41"/>
          <p:cNvSpPr txBox="1"/>
          <p:nvPr/>
        </p:nvSpPr>
        <p:spPr>
          <a:xfrm>
            <a:off x="286575" y="609044"/>
            <a:ext cx="3467400" cy="7989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None/>
            </a:pPr>
            <a:r>
              <a:rPr lang="en" sz="7400">
                <a:solidFill>
                  <a:srgbClr val="C0B9B0"/>
                </a:solidFill>
                <a:latin typeface="Outfit"/>
                <a:ea typeface="Outfit"/>
                <a:cs typeface="Outfit"/>
                <a:sym typeface="Outfit"/>
              </a:rPr>
              <a:t>Thank</a:t>
            </a:r>
            <a:endParaRPr sz="7400">
              <a:solidFill>
                <a:srgbClr val="C0B9B0"/>
              </a:solidFill>
              <a:latin typeface="Outfit"/>
              <a:ea typeface="Outfit"/>
              <a:cs typeface="Outfit"/>
              <a:sym typeface="Outfit"/>
            </a:endParaRPr>
          </a:p>
        </p:txBody>
      </p:sp>
      <p:sp>
        <p:nvSpPr>
          <p:cNvPr id="242" name="Google Shape;242;p41"/>
          <p:cNvSpPr txBox="1"/>
          <p:nvPr/>
        </p:nvSpPr>
        <p:spPr>
          <a:xfrm>
            <a:off x="2174725" y="1255150"/>
            <a:ext cx="1954500" cy="7989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None/>
            </a:pPr>
            <a:r>
              <a:rPr lang="en" sz="7400">
                <a:solidFill>
                  <a:srgbClr val="C0B9B0"/>
                </a:solidFill>
                <a:latin typeface="Helvetica Neue"/>
                <a:ea typeface="Helvetica Neue"/>
                <a:cs typeface="Helvetica Neue"/>
                <a:sym typeface="Helvetica Neue"/>
              </a:rPr>
              <a:t>you.</a:t>
            </a:r>
            <a:endParaRPr sz="7400">
              <a:solidFill>
                <a:srgbClr val="C0B9B0"/>
              </a:solidFill>
              <a:latin typeface="Helvetica Neue"/>
              <a:ea typeface="Helvetica Neue"/>
              <a:cs typeface="Helvetica Neue"/>
              <a:sym typeface="Helvetica Neue"/>
            </a:endParaRPr>
          </a:p>
        </p:txBody>
      </p:sp>
      <p:grpSp>
        <p:nvGrpSpPr>
          <p:cNvPr id="243" name="Google Shape;243;p41"/>
          <p:cNvGrpSpPr/>
          <p:nvPr/>
        </p:nvGrpSpPr>
        <p:grpSpPr>
          <a:xfrm>
            <a:off x="284860" y="4133779"/>
            <a:ext cx="858003" cy="148720"/>
            <a:chOff x="238125" y="2238500"/>
            <a:chExt cx="7144075" cy="1238300"/>
          </a:xfrm>
        </p:grpSpPr>
        <p:sp>
          <p:nvSpPr>
            <p:cNvPr id="244" name="Google Shape;244;p41"/>
            <p:cNvSpPr/>
            <p:nvPr/>
          </p:nvSpPr>
          <p:spPr>
            <a:xfrm>
              <a:off x="238125" y="3071325"/>
              <a:ext cx="398800" cy="393725"/>
            </a:xfrm>
            <a:custGeom>
              <a:rect b="b" l="l" r="r" t="t"/>
              <a:pathLst>
                <a:path extrusionOk="0" h="15749" w="15952">
                  <a:moveTo>
                    <a:pt x="7938" y="0"/>
                  </a:moveTo>
                  <a:lnTo>
                    <a:pt x="7519" y="13"/>
                  </a:lnTo>
                  <a:lnTo>
                    <a:pt x="6706" y="89"/>
                  </a:lnTo>
                  <a:lnTo>
                    <a:pt x="5918" y="254"/>
                  </a:lnTo>
                  <a:lnTo>
                    <a:pt x="5169" y="496"/>
                  </a:lnTo>
                  <a:lnTo>
                    <a:pt x="4458" y="800"/>
                  </a:lnTo>
                  <a:lnTo>
                    <a:pt x="3785" y="1169"/>
                  </a:lnTo>
                  <a:lnTo>
                    <a:pt x="3150" y="1601"/>
                  </a:lnTo>
                  <a:lnTo>
                    <a:pt x="2566" y="2096"/>
                  </a:lnTo>
                  <a:lnTo>
                    <a:pt x="2032" y="2629"/>
                  </a:lnTo>
                  <a:lnTo>
                    <a:pt x="1549" y="3226"/>
                  </a:lnTo>
                  <a:lnTo>
                    <a:pt x="1130" y="3848"/>
                  </a:lnTo>
                  <a:lnTo>
                    <a:pt x="762" y="4522"/>
                  </a:lnTo>
                  <a:lnTo>
                    <a:pt x="470" y="5233"/>
                  </a:lnTo>
                  <a:lnTo>
                    <a:pt x="241" y="5969"/>
                  </a:lnTo>
                  <a:lnTo>
                    <a:pt x="89" y="6731"/>
                  </a:lnTo>
                  <a:lnTo>
                    <a:pt x="13" y="7506"/>
                  </a:lnTo>
                  <a:lnTo>
                    <a:pt x="0" y="7913"/>
                  </a:lnTo>
                  <a:lnTo>
                    <a:pt x="13" y="8306"/>
                  </a:lnTo>
                  <a:lnTo>
                    <a:pt x="89" y="9106"/>
                  </a:lnTo>
                  <a:lnTo>
                    <a:pt x="241" y="9868"/>
                  </a:lnTo>
                  <a:lnTo>
                    <a:pt x="470" y="10605"/>
                  </a:lnTo>
                  <a:lnTo>
                    <a:pt x="762" y="11304"/>
                  </a:lnTo>
                  <a:lnTo>
                    <a:pt x="1130" y="11977"/>
                  </a:lnTo>
                  <a:lnTo>
                    <a:pt x="1549" y="12599"/>
                  </a:lnTo>
                  <a:lnTo>
                    <a:pt x="2032" y="13183"/>
                  </a:lnTo>
                  <a:lnTo>
                    <a:pt x="2566" y="13704"/>
                  </a:lnTo>
                  <a:lnTo>
                    <a:pt x="3150" y="14187"/>
                  </a:lnTo>
                  <a:lnTo>
                    <a:pt x="3785" y="14618"/>
                  </a:lnTo>
                  <a:lnTo>
                    <a:pt x="4458" y="14974"/>
                  </a:lnTo>
                  <a:lnTo>
                    <a:pt x="5169" y="15266"/>
                  </a:lnTo>
                  <a:lnTo>
                    <a:pt x="5918" y="15507"/>
                  </a:lnTo>
                  <a:lnTo>
                    <a:pt x="6706" y="15660"/>
                  </a:lnTo>
                  <a:lnTo>
                    <a:pt x="7519" y="15736"/>
                  </a:lnTo>
                  <a:lnTo>
                    <a:pt x="7938" y="15749"/>
                  </a:lnTo>
                  <a:lnTo>
                    <a:pt x="8357" y="15736"/>
                  </a:lnTo>
                  <a:lnTo>
                    <a:pt x="9157" y="15660"/>
                  </a:lnTo>
                  <a:lnTo>
                    <a:pt x="9945" y="15507"/>
                  </a:lnTo>
                  <a:lnTo>
                    <a:pt x="10694" y="15266"/>
                  </a:lnTo>
                  <a:lnTo>
                    <a:pt x="11405" y="14974"/>
                  </a:lnTo>
                  <a:lnTo>
                    <a:pt x="12091" y="14618"/>
                  </a:lnTo>
                  <a:lnTo>
                    <a:pt x="12726" y="14187"/>
                  </a:lnTo>
                  <a:lnTo>
                    <a:pt x="13323" y="13704"/>
                  </a:lnTo>
                  <a:lnTo>
                    <a:pt x="13869" y="13183"/>
                  </a:lnTo>
                  <a:lnTo>
                    <a:pt x="14352" y="12599"/>
                  </a:lnTo>
                  <a:lnTo>
                    <a:pt x="14783" y="11977"/>
                  </a:lnTo>
                  <a:lnTo>
                    <a:pt x="15164" y="11304"/>
                  </a:lnTo>
                  <a:lnTo>
                    <a:pt x="15469" y="10605"/>
                  </a:lnTo>
                  <a:lnTo>
                    <a:pt x="15698" y="9868"/>
                  </a:lnTo>
                  <a:lnTo>
                    <a:pt x="15863" y="9106"/>
                  </a:lnTo>
                  <a:lnTo>
                    <a:pt x="15939" y="8306"/>
                  </a:lnTo>
                  <a:lnTo>
                    <a:pt x="15952" y="7913"/>
                  </a:lnTo>
                  <a:lnTo>
                    <a:pt x="15939" y="7506"/>
                  </a:lnTo>
                  <a:lnTo>
                    <a:pt x="15863" y="6731"/>
                  </a:lnTo>
                  <a:lnTo>
                    <a:pt x="15698" y="5969"/>
                  </a:lnTo>
                  <a:lnTo>
                    <a:pt x="15469" y="5233"/>
                  </a:lnTo>
                  <a:lnTo>
                    <a:pt x="15164" y="4522"/>
                  </a:lnTo>
                  <a:lnTo>
                    <a:pt x="14783" y="3848"/>
                  </a:lnTo>
                  <a:lnTo>
                    <a:pt x="14352" y="3226"/>
                  </a:lnTo>
                  <a:lnTo>
                    <a:pt x="13869" y="2629"/>
                  </a:lnTo>
                  <a:lnTo>
                    <a:pt x="13323" y="2096"/>
                  </a:lnTo>
                  <a:lnTo>
                    <a:pt x="12726" y="1601"/>
                  </a:lnTo>
                  <a:lnTo>
                    <a:pt x="12091" y="1169"/>
                  </a:lnTo>
                  <a:lnTo>
                    <a:pt x="11405" y="800"/>
                  </a:lnTo>
                  <a:lnTo>
                    <a:pt x="10694" y="496"/>
                  </a:lnTo>
                  <a:lnTo>
                    <a:pt x="9945" y="254"/>
                  </a:lnTo>
                  <a:lnTo>
                    <a:pt x="9157" y="89"/>
                  </a:lnTo>
                  <a:lnTo>
                    <a:pt x="8357" y="13"/>
                  </a:lnTo>
                  <a:lnTo>
                    <a:pt x="7938" y="0"/>
                  </a:lnTo>
                  <a:close/>
                </a:path>
              </a:pathLst>
            </a:cu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4343"/>
                </a:solidFill>
              </a:endParaRPr>
            </a:p>
          </p:txBody>
        </p:sp>
        <p:sp>
          <p:nvSpPr>
            <p:cNvPr id="245" name="Google Shape;245;p41"/>
            <p:cNvSpPr/>
            <p:nvPr/>
          </p:nvSpPr>
          <p:spPr>
            <a:xfrm>
              <a:off x="765500" y="2544250"/>
              <a:ext cx="1749225" cy="897000"/>
            </a:xfrm>
            <a:custGeom>
              <a:rect b="b" l="l" r="r" t="t"/>
              <a:pathLst>
                <a:path extrusionOk="0" h="35880" w="69969">
                  <a:moveTo>
                    <a:pt x="27281" y="1"/>
                  </a:moveTo>
                  <a:lnTo>
                    <a:pt x="26265" y="13"/>
                  </a:lnTo>
                  <a:lnTo>
                    <a:pt x="24310" y="191"/>
                  </a:lnTo>
                  <a:lnTo>
                    <a:pt x="22468" y="534"/>
                  </a:lnTo>
                  <a:lnTo>
                    <a:pt x="20741" y="1042"/>
                  </a:lnTo>
                  <a:lnTo>
                    <a:pt x="19128" y="1728"/>
                  </a:lnTo>
                  <a:lnTo>
                    <a:pt x="17629" y="2579"/>
                  </a:lnTo>
                  <a:lnTo>
                    <a:pt x="16245" y="3607"/>
                  </a:lnTo>
                  <a:lnTo>
                    <a:pt x="14975" y="4801"/>
                  </a:lnTo>
                  <a:lnTo>
                    <a:pt x="14390" y="5474"/>
                  </a:lnTo>
                  <a:lnTo>
                    <a:pt x="14047" y="1017"/>
                  </a:lnTo>
                  <a:lnTo>
                    <a:pt x="1" y="1017"/>
                  </a:lnTo>
                  <a:lnTo>
                    <a:pt x="1" y="35879"/>
                  </a:lnTo>
                  <a:lnTo>
                    <a:pt x="14937" y="35879"/>
                  </a:lnTo>
                  <a:lnTo>
                    <a:pt x="14937" y="16625"/>
                  </a:lnTo>
                  <a:lnTo>
                    <a:pt x="14937" y="16232"/>
                  </a:lnTo>
                  <a:lnTo>
                    <a:pt x="15013" y="15482"/>
                  </a:lnTo>
                  <a:lnTo>
                    <a:pt x="15140" y="14771"/>
                  </a:lnTo>
                  <a:lnTo>
                    <a:pt x="15343" y="14085"/>
                  </a:lnTo>
                  <a:lnTo>
                    <a:pt x="15597" y="13450"/>
                  </a:lnTo>
                  <a:lnTo>
                    <a:pt x="15914" y="12866"/>
                  </a:lnTo>
                  <a:lnTo>
                    <a:pt x="16283" y="12307"/>
                  </a:lnTo>
                  <a:lnTo>
                    <a:pt x="16715" y="11799"/>
                  </a:lnTo>
                  <a:lnTo>
                    <a:pt x="17185" y="11355"/>
                  </a:lnTo>
                  <a:lnTo>
                    <a:pt x="17705" y="10948"/>
                  </a:lnTo>
                  <a:lnTo>
                    <a:pt x="18277" y="10593"/>
                  </a:lnTo>
                  <a:lnTo>
                    <a:pt x="18886" y="10288"/>
                  </a:lnTo>
                  <a:lnTo>
                    <a:pt x="19521" y="10047"/>
                  </a:lnTo>
                  <a:lnTo>
                    <a:pt x="20207" y="9856"/>
                  </a:lnTo>
                  <a:lnTo>
                    <a:pt x="20931" y="9729"/>
                  </a:lnTo>
                  <a:lnTo>
                    <a:pt x="21668" y="9666"/>
                  </a:lnTo>
                  <a:lnTo>
                    <a:pt x="22062" y="9666"/>
                  </a:lnTo>
                  <a:lnTo>
                    <a:pt x="22633" y="9678"/>
                  </a:lnTo>
                  <a:lnTo>
                    <a:pt x="23725" y="9894"/>
                  </a:lnTo>
                  <a:lnTo>
                    <a:pt x="24703" y="10301"/>
                  </a:lnTo>
                  <a:lnTo>
                    <a:pt x="25567" y="10872"/>
                  </a:lnTo>
                  <a:lnTo>
                    <a:pt x="26291" y="11609"/>
                  </a:lnTo>
                  <a:lnTo>
                    <a:pt x="26862" y="12460"/>
                  </a:lnTo>
                  <a:lnTo>
                    <a:pt x="27269" y="13438"/>
                  </a:lnTo>
                  <a:lnTo>
                    <a:pt x="27472" y="14504"/>
                  </a:lnTo>
                  <a:lnTo>
                    <a:pt x="27485" y="15076"/>
                  </a:lnTo>
                  <a:lnTo>
                    <a:pt x="27485" y="35879"/>
                  </a:lnTo>
                  <a:lnTo>
                    <a:pt x="42421" y="35879"/>
                  </a:lnTo>
                  <a:lnTo>
                    <a:pt x="42421" y="16625"/>
                  </a:lnTo>
                  <a:lnTo>
                    <a:pt x="42421" y="16244"/>
                  </a:lnTo>
                  <a:lnTo>
                    <a:pt x="42497" y="15495"/>
                  </a:lnTo>
                  <a:lnTo>
                    <a:pt x="42636" y="14797"/>
                  </a:lnTo>
                  <a:lnTo>
                    <a:pt x="42840" y="14123"/>
                  </a:lnTo>
                  <a:lnTo>
                    <a:pt x="43106" y="13488"/>
                  </a:lnTo>
                  <a:lnTo>
                    <a:pt x="43424" y="12891"/>
                  </a:lnTo>
                  <a:lnTo>
                    <a:pt x="43805" y="12333"/>
                  </a:lnTo>
                  <a:lnTo>
                    <a:pt x="44224" y="11837"/>
                  </a:lnTo>
                  <a:lnTo>
                    <a:pt x="44707" y="11367"/>
                  </a:lnTo>
                  <a:lnTo>
                    <a:pt x="45227" y="10961"/>
                  </a:lnTo>
                  <a:lnTo>
                    <a:pt x="45773" y="10605"/>
                  </a:lnTo>
                  <a:lnTo>
                    <a:pt x="46370" y="10301"/>
                  </a:lnTo>
                  <a:lnTo>
                    <a:pt x="47005" y="10047"/>
                  </a:lnTo>
                  <a:lnTo>
                    <a:pt x="47653" y="9869"/>
                  </a:lnTo>
                  <a:lnTo>
                    <a:pt x="48339" y="9729"/>
                  </a:lnTo>
                  <a:lnTo>
                    <a:pt x="49050" y="9666"/>
                  </a:lnTo>
                  <a:lnTo>
                    <a:pt x="49406" y="9666"/>
                  </a:lnTo>
                  <a:lnTo>
                    <a:pt x="49990" y="9678"/>
                  </a:lnTo>
                  <a:lnTo>
                    <a:pt x="51095" y="9856"/>
                  </a:lnTo>
                  <a:lnTo>
                    <a:pt x="52098" y="10199"/>
                  </a:lnTo>
                  <a:lnTo>
                    <a:pt x="53000" y="10720"/>
                  </a:lnTo>
                  <a:lnTo>
                    <a:pt x="53762" y="11406"/>
                  </a:lnTo>
                  <a:lnTo>
                    <a:pt x="54372" y="12256"/>
                  </a:lnTo>
                  <a:lnTo>
                    <a:pt x="54702" y="12993"/>
                  </a:lnTo>
                  <a:lnTo>
                    <a:pt x="54867" y="13539"/>
                  </a:lnTo>
                  <a:lnTo>
                    <a:pt x="55019" y="14428"/>
                  </a:lnTo>
                  <a:lnTo>
                    <a:pt x="55045" y="15076"/>
                  </a:lnTo>
                  <a:lnTo>
                    <a:pt x="55045" y="35879"/>
                  </a:lnTo>
                  <a:lnTo>
                    <a:pt x="69968" y="35879"/>
                  </a:lnTo>
                  <a:lnTo>
                    <a:pt x="69968" y="12980"/>
                  </a:lnTo>
                  <a:lnTo>
                    <a:pt x="69955" y="12193"/>
                  </a:lnTo>
                  <a:lnTo>
                    <a:pt x="69803" y="10694"/>
                  </a:lnTo>
                  <a:lnTo>
                    <a:pt x="69511" y="9297"/>
                  </a:lnTo>
                  <a:lnTo>
                    <a:pt x="69066" y="8002"/>
                  </a:lnTo>
                  <a:lnTo>
                    <a:pt x="68495" y="6783"/>
                  </a:lnTo>
                  <a:lnTo>
                    <a:pt x="67796" y="5678"/>
                  </a:lnTo>
                  <a:lnTo>
                    <a:pt x="66983" y="4662"/>
                  </a:lnTo>
                  <a:lnTo>
                    <a:pt x="66044" y="3734"/>
                  </a:lnTo>
                  <a:lnTo>
                    <a:pt x="65002" y="2922"/>
                  </a:lnTo>
                  <a:lnTo>
                    <a:pt x="63859" y="2198"/>
                  </a:lnTo>
                  <a:lnTo>
                    <a:pt x="62627" y="1575"/>
                  </a:lnTo>
                  <a:lnTo>
                    <a:pt x="61306" y="1055"/>
                  </a:lnTo>
                  <a:lnTo>
                    <a:pt x="59897" y="636"/>
                  </a:lnTo>
                  <a:lnTo>
                    <a:pt x="58423" y="331"/>
                  </a:lnTo>
                  <a:lnTo>
                    <a:pt x="56874" y="115"/>
                  </a:lnTo>
                  <a:lnTo>
                    <a:pt x="55261" y="13"/>
                  </a:lnTo>
                  <a:lnTo>
                    <a:pt x="54435" y="1"/>
                  </a:lnTo>
                  <a:lnTo>
                    <a:pt x="53305" y="13"/>
                  </a:lnTo>
                  <a:lnTo>
                    <a:pt x="51159" y="204"/>
                  </a:lnTo>
                  <a:lnTo>
                    <a:pt x="49126" y="585"/>
                  </a:lnTo>
                  <a:lnTo>
                    <a:pt x="47221" y="1144"/>
                  </a:lnTo>
                  <a:lnTo>
                    <a:pt x="45456" y="1893"/>
                  </a:lnTo>
                  <a:lnTo>
                    <a:pt x="43805" y="2820"/>
                  </a:lnTo>
                  <a:lnTo>
                    <a:pt x="42306" y="3938"/>
                  </a:lnTo>
                  <a:lnTo>
                    <a:pt x="40935" y="5233"/>
                  </a:lnTo>
                  <a:lnTo>
                    <a:pt x="40312" y="5944"/>
                  </a:lnTo>
                  <a:lnTo>
                    <a:pt x="39817" y="5233"/>
                  </a:lnTo>
                  <a:lnTo>
                    <a:pt x="38991" y="4242"/>
                  </a:lnTo>
                  <a:lnTo>
                    <a:pt x="38382" y="3646"/>
                  </a:lnTo>
                  <a:lnTo>
                    <a:pt x="37747" y="3087"/>
                  </a:lnTo>
                  <a:lnTo>
                    <a:pt x="37061" y="2579"/>
                  </a:lnTo>
                  <a:lnTo>
                    <a:pt x="36337" y="2109"/>
                  </a:lnTo>
                  <a:lnTo>
                    <a:pt x="35575" y="1690"/>
                  </a:lnTo>
                  <a:lnTo>
                    <a:pt x="34356" y="1144"/>
                  </a:lnTo>
                  <a:lnTo>
                    <a:pt x="32565" y="585"/>
                  </a:lnTo>
                  <a:lnTo>
                    <a:pt x="30596" y="204"/>
                  </a:lnTo>
                  <a:lnTo>
                    <a:pt x="28437" y="13"/>
                  </a:lnTo>
                  <a:lnTo>
                    <a:pt x="27281" y="1"/>
                  </a:lnTo>
                  <a:close/>
                </a:path>
              </a:pathLst>
            </a:cu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4343"/>
                </a:solidFill>
              </a:endParaRPr>
            </a:p>
          </p:txBody>
        </p:sp>
        <p:sp>
          <p:nvSpPr>
            <p:cNvPr id="246" name="Google Shape;246;p41"/>
            <p:cNvSpPr/>
            <p:nvPr/>
          </p:nvSpPr>
          <p:spPr>
            <a:xfrm>
              <a:off x="2626775" y="2540750"/>
              <a:ext cx="1204675" cy="932550"/>
            </a:xfrm>
            <a:custGeom>
              <a:rect b="b" l="l" r="r" t="t"/>
              <a:pathLst>
                <a:path extrusionOk="0" h="37302" w="48187">
                  <a:moveTo>
                    <a:pt x="24030" y="9666"/>
                  </a:moveTo>
                  <a:lnTo>
                    <a:pt x="24500" y="9679"/>
                  </a:lnTo>
                  <a:lnTo>
                    <a:pt x="25414" y="9767"/>
                  </a:lnTo>
                  <a:lnTo>
                    <a:pt x="26303" y="9958"/>
                  </a:lnTo>
                  <a:lnTo>
                    <a:pt x="27154" y="10225"/>
                  </a:lnTo>
                  <a:lnTo>
                    <a:pt x="27967" y="10568"/>
                  </a:lnTo>
                  <a:lnTo>
                    <a:pt x="28742" y="10987"/>
                  </a:lnTo>
                  <a:lnTo>
                    <a:pt x="29466" y="11482"/>
                  </a:lnTo>
                  <a:lnTo>
                    <a:pt x="30139" y="12041"/>
                  </a:lnTo>
                  <a:lnTo>
                    <a:pt x="30761" y="12650"/>
                  </a:lnTo>
                  <a:lnTo>
                    <a:pt x="31320" y="13324"/>
                  </a:lnTo>
                  <a:lnTo>
                    <a:pt x="31803" y="14035"/>
                  </a:lnTo>
                  <a:lnTo>
                    <a:pt x="32222" y="14797"/>
                  </a:lnTo>
                  <a:lnTo>
                    <a:pt x="32565" y="15610"/>
                  </a:lnTo>
                  <a:lnTo>
                    <a:pt x="32831" y="16448"/>
                  </a:lnTo>
                  <a:lnTo>
                    <a:pt x="33022" y="17312"/>
                  </a:lnTo>
                  <a:lnTo>
                    <a:pt x="33111" y="18201"/>
                  </a:lnTo>
                  <a:lnTo>
                    <a:pt x="33123" y="18658"/>
                  </a:lnTo>
                  <a:lnTo>
                    <a:pt x="33111" y="19115"/>
                  </a:lnTo>
                  <a:lnTo>
                    <a:pt x="33022" y="20017"/>
                  </a:lnTo>
                  <a:lnTo>
                    <a:pt x="32831" y="20893"/>
                  </a:lnTo>
                  <a:lnTo>
                    <a:pt x="32565" y="21731"/>
                  </a:lnTo>
                  <a:lnTo>
                    <a:pt x="32222" y="22544"/>
                  </a:lnTo>
                  <a:lnTo>
                    <a:pt x="31803" y="23306"/>
                  </a:lnTo>
                  <a:lnTo>
                    <a:pt x="31320" y="24017"/>
                  </a:lnTo>
                  <a:lnTo>
                    <a:pt x="30761" y="24690"/>
                  </a:lnTo>
                  <a:lnTo>
                    <a:pt x="30139" y="25300"/>
                  </a:lnTo>
                  <a:lnTo>
                    <a:pt x="29466" y="25846"/>
                  </a:lnTo>
                  <a:lnTo>
                    <a:pt x="28742" y="26342"/>
                  </a:lnTo>
                  <a:lnTo>
                    <a:pt x="27967" y="26761"/>
                  </a:lnTo>
                  <a:lnTo>
                    <a:pt x="27154" y="27104"/>
                  </a:lnTo>
                  <a:lnTo>
                    <a:pt x="26303" y="27358"/>
                  </a:lnTo>
                  <a:lnTo>
                    <a:pt x="25414" y="27548"/>
                  </a:lnTo>
                  <a:lnTo>
                    <a:pt x="24500" y="27637"/>
                  </a:lnTo>
                  <a:lnTo>
                    <a:pt x="24030" y="27650"/>
                  </a:lnTo>
                  <a:lnTo>
                    <a:pt x="23560" y="27637"/>
                  </a:lnTo>
                  <a:lnTo>
                    <a:pt x="22645" y="27548"/>
                  </a:lnTo>
                  <a:lnTo>
                    <a:pt x="21756" y="27358"/>
                  </a:lnTo>
                  <a:lnTo>
                    <a:pt x="20918" y="27104"/>
                  </a:lnTo>
                  <a:lnTo>
                    <a:pt x="20105" y="26761"/>
                  </a:lnTo>
                  <a:lnTo>
                    <a:pt x="19343" y="26342"/>
                  </a:lnTo>
                  <a:lnTo>
                    <a:pt x="18632" y="25846"/>
                  </a:lnTo>
                  <a:lnTo>
                    <a:pt x="17972" y="25300"/>
                  </a:lnTo>
                  <a:lnTo>
                    <a:pt x="17362" y="24690"/>
                  </a:lnTo>
                  <a:lnTo>
                    <a:pt x="16816" y="24017"/>
                  </a:lnTo>
                  <a:lnTo>
                    <a:pt x="16346" y="23306"/>
                  </a:lnTo>
                  <a:lnTo>
                    <a:pt x="15940" y="22544"/>
                  </a:lnTo>
                  <a:lnTo>
                    <a:pt x="15597" y="21731"/>
                  </a:lnTo>
                  <a:lnTo>
                    <a:pt x="15343" y="20893"/>
                  </a:lnTo>
                  <a:lnTo>
                    <a:pt x="15165" y="20017"/>
                  </a:lnTo>
                  <a:lnTo>
                    <a:pt x="15076" y="19115"/>
                  </a:lnTo>
                  <a:lnTo>
                    <a:pt x="15063" y="18658"/>
                  </a:lnTo>
                  <a:lnTo>
                    <a:pt x="15076" y="18201"/>
                  </a:lnTo>
                  <a:lnTo>
                    <a:pt x="15165" y="17312"/>
                  </a:lnTo>
                  <a:lnTo>
                    <a:pt x="15343" y="16448"/>
                  </a:lnTo>
                  <a:lnTo>
                    <a:pt x="15597" y="15610"/>
                  </a:lnTo>
                  <a:lnTo>
                    <a:pt x="15940" y="14797"/>
                  </a:lnTo>
                  <a:lnTo>
                    <a:pt x="16346" y="14035"/>
                  </a:lnTo>
                  <a:lnTo>
                    <a:pt x="16816" y="13324"/>
                  </a:lnTo>
                  <a:lnTo>
                    <a:pt x="17362" y="12650"/>
                  </a:lnTo>
                  <a:lnTo>
                    <a:pt x="17972" y="12041"/>
                  </a:lnTo>
                  <a:lnTo>
                    <a:pt x="18632" y="11482"/>
                  </a:lnTo>
                  <a:lnTo>
                    <a:pt x="19343" y="10987"/>
                  </a:lnTo>
                  <a:lnTo>
                    <a:pt x="20105" y="10568"/>
                  </a:lnTo>
                  <a:lnTo>
                    <a:pt x="20918" y="10225"/>
                  </a:lnTo>
                  <a:lnTo>
                    <a:pt x="21756" y="9958"/>
                  </a:lnTo>
                  <a:lnTo>
                    <a:pt x="22645" y="9767"/>
                  </a:lnTo>
                  <a:lnTo>
                    <a:pt x="23560" y="9679"/>
                  </a:lnTo>
                  <a:lnTo>
                    <a:pt x="24030" y="9666"/>
                  </a:lnTo>
                  <a:close/>
                  <a:moveTo>
                    <a:pt x="24093" y="1"/>
                  </a:moveTo>
                  <a:lnTo>
                    <a:pt x="22887" y="14"/>
                  </a:lnTo>
                  <a:lnTo>
                    <a:pt x="20512" y="166"/>
                  </a:lnTo>
                  <a:lnTo>
                    <a:pt x="18200" y="471"/>
                  </a:lnTo>
                  <a:lnTo>
                    <a:pt x="15965" y="928"/>
                  </a:lnTo>
                  <a:lnTo>
                    <a:pt x="13819" y="1538"/>
                  </a:lnTo>
                  <a:lnTo>
                    <a:pt x="11774" y="2287"/>
                  </a:lnTo>
                  <a:lnTo>
                    <a:pt x="9856" y="3189"/>
                  </a:lnTo>
                  <a:lnTo>
                    <a:pt x="8053" y="4230"/>
                  </a:lnTo>
                  <a:lnTo>
                    <a:pt x="6401" y="5424"/>
                  </a:lnTo>
                  <a:lnTo>
                    <a:pt x="4903" y="6745"/>
                  </a:lnTo>
                  <a:lnTo>
                    <a:pt x="3582" y="8218"/>
                  </a:lnTo>
                  <a:lnTo>
                    <a:pt x="2706" y="9425"/>
                  </a:lnTo>
                  <a:lnTo>
                    <a:pt x="2198" y="10263"/>
                  </a:lnTo>
                  <a:lnTo>
                    <a:pt x="1728" y="11139"/>
                  </a:lnTo>
                  <a:lnTo>
                    <a:pt x="1309" y="12041"/>
                  </a:lnTo>
                  <a:lnTo>
                    <a:pt x="940" y="12993"/>
                  </a:lnTo>
                  <a:lnTo>
                    <a:pt x="635" y="13971"/>
                  </a:lnTo>
                  <a:lnTo>
                    <a:pt x="394" y="14987"/>
                  </a:lnTo>
                  <a:lnTo>
                    <a:pt x="204" y="16029"/>
                  </a:lnTo>
                  <a:lnTo>
                    <a:pt x="77" y="17108"/>
                  </a:lnTo>
                  <a:lnTo>
                    <a:pt x="13" y="18226"/>
                  </a:lnTo>
                  <a:lnTo>
                    <a:pt x="0" y="18797"/>
                  </a:lnTo>
                  <a:lnTo>
                    <a:pt x="13" y="19344"/>
                  </a:lnTo>
                  <a:lnTo>
                    <a:pt x="77" y="20423"/>
                  </a:lnTo>
                  <a:lnTo>
                    <a:pt x="204" y="21465"/>
                  </a:lnTo>
                  <a:lnTo>
                    <a:pt x="394" y="22481"/>
                  </a:lnTo>
                  <a:lnTo>
                    <a:pt x="635" y="23471"/>
                  </a:lnTo>
                  <a:lnTo>
                    <a:pt x="940" y="24424"/>
                  </a:lnTo>
                  <a:lnTo>
                    <a:pt x="1309" y="25351"/>
                  </a:lnTo>
                  <a:lnTo>
                    <a:pt x="1728" y="26240"/>
                  </a:lnTo>
                  <a:lnTo>
                    <a:pt x="2198" y="27104"/>
                  </a:lnTo>
                  <a:lnTo>
                    <a:pt x="2706" y="27929"/>
                  </a:lnTo>
                  <a:lnTo>
                    <a:pt x="3582" y="29110"/>
                  </a:lnTo>
                  <a:lnTo>
                    <a:pt x="4903" y="30558"/>
                  </a:lnTo>
                  <a:lnTo>
                    <a:pt x="6401" y="31879"/>
                  </a:lnTo>
                  <a:lnTo>
                    <a:pt x="8053" y="33060"/>
                  </a:lnTo>
                  <a:lnTo>
                    <a:pt x="9856" y="34101"/>
                  </a:lnTo>
                  <a:lnTo>
                    <a:pt x="11774" y="35003"/>
                  </a:lnTo>
                  <a:lnTo>
                    <a:pt x="13819" y="35765"/>
                  </a:lnTo>
                  <a:lnTo>
                    <a:pt x="15965" y="36375"/>
                  </a:lnTo>
                  <a:lnTo>
                    <a:pt x="18200" y="36832"/>
                  </a:lnTo>
                  <a:lnTo>
                    <a:pt x="20512" y="37137"/>
                  </a:lnTo>
                  <a:lnTo>
                    <a:pt x="22887" y="37289"/>
                  </a:lnTo>
                  <a:lnTo>
                    <a:pt x="24093" y="37302"/>
                  </a:lnTo>
                  <a:lnTo>
                    <a:pt x="25287" y="37289"/>
                  </a:lnTo>
                  <a:lnTo>
                    <a:pt x="27637" y="37137"/>
                  </a:lnTo>
                  <a:lnTo>
                    <a:pt x="29936" y="36832"/>
                  </a:lnTo>
                  <a:lnTo>
                    <a:pt x="32158" y="36375"/>
                  </a:lnTo>
                  <a:lnTo>
                    <a:pt x="34305" y="35765"/>
                  </a:lnTo>
                  <a:lnTo>
                    <a:pt x="36349" y="35003"/>
                  </a:lnTo>
                  <a:lnTo>
                    <a:pt x="38280" y="34101"/>
                  </a:lnTo>
                  <a:lnTo>
                    <a:pt x="40083" y="33060"/>
                  </a:lnTo>
                  <a:lnTo>
                    <a:pt x="41734" y="31879"/>
                  </a:lnTo>
                  <a:lnTo>
                    <a:pt x="43246" y="30558"/>
                  </a:lnTo>
                  <a:lnTo>
                    <a:pt x="44579" y="29110"/>
                  </a:lnTo>
                  <a:lnTo>
                    <a:pt x="45443" y="27929"/>
                  </a:lnTo>
                  <a:lnTo>
                    <a:pt x="45976" y="27104"/>
                  </a:lnTo>
                  <a:lnTo>
                    <a:pt x="46446" y="26240"/>
                  </a:lnTo>
                  <a:lnTo>
                    <a:pt x="46865" y="25351"/>
                  </a:lnTo>
                  <a:lnTo>
                    <a:pt x="47234" y="24424"/>
                  </a:lnTo>
                  <a:lnTo>
                    <a:pt x="47539" y="23471"/>
                  </a:lnTo>
                  <a:lnTo>
                    <a:pt x="47793" y="22481"/>
                  </a:lnTo>
                  <a:lnTo>
                    <a:pt x="47983" y="21465"/>
                  </a:lnTo>
                  <a:lnTo>
                    <a:pt x="48110" y="20423"/>
                  </a:lnTo>
                  <a:lnTo>
                    <a:pt x="48174" y="19344"/>
                  </a:lnTo>
                  <a:lnTo>
                    <a:pt x="48186" y="18797"/>
                  </a:lnTo>
                  <a:lnTo>
                    <a:pt x="48174" y="18239"/>
                  </a:lnTo>
                  <a:lnTo>
                    <a:pt x="48110" y="17146"/>
                  </a:lnTo>
                  <a:lnTo>
                    <a:pt x="47996" y="16080"/>
                  </a:lnTo>
                  <a:lnTo>
                    <a:pt x="47805" y="15051"/>
                  </a:lnTo>
                  <a:lnTo>
                    <a:pt x="47564" y="14048"/>
                  </a:lnTo>
                  <a:lnTo>
                    <a:pt x="47259" y="13082"/>
                  </a:lnTo>
                  <a:lnTo>
                    <a:pt x="46904" y="12155"/>
                  </a:lnTo>
                  <a:lnTo>
                    <a:pt x="46497" y="11253"/>
                  </a:lnTo>
                  <a:lnTo>
                    <a:pt x="46040" y="10377"/>
                  </a:lnTo>
                  <a:lnTo>
                    <a:pt x="45519" y="9539"/>
                  </a:lnTo>
                  <a:lnTo>
                    <a:pt x="44668" y="8345"/>
                  </a:lnTo>
                  <a:lnTo>
                    <a:pt x="43360" y="6859"/>
                  </a:lnTo>
                  <a:lnTo>
                    <a:pt x="41887" y="5526"/>
                  </a:lnTo>
                  <a:lnTo>
                    <a:pt x="40236" y="4319"/>
                  </a:lnTo>
                  <a:lnTo>
                    <a:pt x="38458" y="3265"/>
                  </a:lnTo>
                  <a:lnTo>
                    <a:pt x="36527" y="2350"/>
                  </a:lnTo>
                  <a:lnTo>
                    <a:pt x="34482" y="1576"/>
                  </a:lnTo>
                  <a:lnTo>
                    <a:pt x="32323" y="966"/>
                  </a:lnTo>
                  <a:lnTo>
                    <a:pt x="30075" y="496"/>
                  </a:lnTo>
                  <a:lnTo>
                    <a:pt x="27726" y="179"/>
                  </a:lnTo>
                  <a:lnTo>
                    <a:pt x="25325" y="14"/>
                  </a:lnTo>
                  <a:lnTo>
                    <a:pt x="24093" y="1"/>
                  </a:lnTo>
                  <a:close/>
                </a:path>
              </a:pathLst>
            </a:cu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4343"/>
                </a:solidFill>
              </a:endParaRPr>
            </a:p>
          </p:txBody>
        </p:sp>
        <p:sp>
          <p:nvSpPr>
            <p:cNvPr id="247" name="Google Shape;247;p41"/>
            <p:cNvSpPr/>
            <p:nvPr/>
          </p:nvSpPr>
          <p:spPr>
            <a:xfrm>
              <a:off x="3943175" y="2545850"/>
              <a:ext cx="1094500" cy="895400"/>
            </a:xfrm>
            <a:custGeom>
              <a:rect b="b" l="l" r="r" t="t"/>
              <a:pathLst>
                <a:path extrusionOk="0" h="35816" w="43780">
                  <a:moveTo>
                    <a:pt x="27968" y="0"/>
                  </a:moveTo>
                  <a:lnTo>
                    <a:pt x="26875" y="25"/>
                  </a:lnTo>
                  <a:lnTo>
                    <a:pt x="24792" y="203"/>
                  </a:lnTo>
                  <a:lnTo>
                    <a:pt x="22837" y="572"/>
                  </a:lnTo>
                  <a:lnTo>
                    <a:pt x="21033" y="1105"/>
                  </a:lnTo>
                  <a:lnTo>
                    <a:pt x="19344" y="1829"/>
                  </a:lnTo>
                  <a:lnTo>
                    <a:pt x="17807" y="2731"/>
                  </a:lnTo>
                  <a:lnTo>
                    <a:pt x="16397" y="3810"/>
                  </a:lnTo>
                  <a:lnTo>
                    <a:pt x="15115" y="5055"/>
                  </a:lnTo>
                  <a:lnTo>
                    <a:pt x="14530" y="5753"/>
                  </a:lnTo>
                  <a:lnTo>
                    <a:pt x="13984" y="953"/>
                  </a:lnTo>
                  <a:lnTo>
                    <a:pt x="1" y="953"/>
                  </a:lnTo>
                  <a:lnTo>
                    <a:pt x="1" y="35815"/>
                  </a:lnTo>
                  <a:lnTo>
                    <a:pt x="14937" y="35815"/>
                  </a:lnTo>
                  <a:lnTo>
                    <a:pt x="14937" y="17235"/>
                  </a:lnTo>
                  <a:lnTo>
                    <a:pt x="14949" y="16803"/>
                  </a:lnTo>
                  <a:lnTo>
                    <a:pt x="15026" y="15977"/>
                  </a:lnTo>
                  <a:lnTo>
                    <a:pt x="15165" y="15202"/>
                  </a:lnTo>
                  <a:lnTo>
                    <a:pt x="15394" y="14466"/>
                  </a:lnTo>
                  <a:lnTo>
                    <a:pt x="15673" y="13793"/>
                  </a:lnTo>
                  <a:lnTo>
                    <a:pt x="16029" y="13170"/>
                  </a:lnTo>
                  <a:lnTo>
                    <a:pt x="16435" y="12599"/>
                  </a:lnTo>
                  <a:lnTo>
                    <a:pt x="16905" y="12078"/>
                  </a:lnTo>
                  <a:lnTo>
                    <a:pt x="17426" y="11608"/>
                  </a:lnTo>
                  <a:lnTo>
                    <a:pt x="17998" y="11202"/>
                  </a:lnTo>
                  <a:lnTo>
                    <a:pt x="18620" y="10846"/>
                  </a:lnTo>
                  <a:lnTo>
                    <a:pt x="19280" y="10541"/>
                  </a:lnTo>
                  <a:lnTo>
                    <a:pt x="19992" y="10313"/>
                  </a:lnTo>
                  <a:lnTo>
                    <a:pt x="20728" y="10122"/>
                  </a:lnTo>
                  <a:lnTo>
                    <a:pt x="21516" y="10008"/>
                  </a:lnTo>
                  <a:lnTo>
                    <a:pt x="22316" y="9944"/>
                  </a:lnTo>
                  <a:lnTo>
                    <a:pt x="22735" y="9932"/>
                  </a:lnTo>
                  <a:lnTo>
                    <a:pt x="23446" y="9957"/>
                  </a:lnTo>
                  <a:lnTo>
                    <a:pt x="24716" y="10148"/>
                  </a:lnTo>
                  <a:lnTo>
                    <a:pt x="25847" y="10516"/>
                  </a:lnTo>
                  <a:lnTo>
                    <a:pt x="26812" y="11075"/>
                  </a:lnTo>
                  <a:lnTo>
                    <a:pt x="27409" y="11596"/>
                  </a:lnTo>
                  <a:lnTo>
                    <a:pt x="27764" y="12002"/>
                  </a:lnTo>
                  <a:lnTo>
                    <a:pt x="28069" y="12434"/>
                  </a:lnTo>
                  <a:lnTo>
                    <a:pt x="28323" y="12904"/>
                  </a:lnTo>
                  <a:lnTo>
                    <a:pt x="28615" y="13678"/>
                  </a:lnTo>
                  <a:lnTo>
                    <a:pt x="28831" y="14847"/>
                  </a:lnTo>
                  <a:lnTo>
                    <a:pt x="28844" y="15482"/>
                  </a:lnTo>
                  <a:lnTo>
                    <a:pt x="28844" y="35815"/>
                  </a:lnTo>
                  <a:lnTo>
                    <a:pt x="43780" y="35815"/>
                  </a:lnTo>
                  <a:lnTo>
                    <a:pt x="43780" y="12713"/>
                  </a:lnTo>
                  <a:lnTo>
                    <a:pt x="43767" y="11938"/>
                  </a:lnTo>
                  <a:lnTo>
                    <a:pt x="43602" y="10465"/>
                  </a:lnTo>
                  <a:lnTo>
                    <a:pt x="43297" y="9094"/>
                  </a:lnTo>
                  <a:lnTo>
                    <a:pt x="42840" y="7823"/>
                  </a:lnTo>
                  <a:lnTo>
                    <a:pt x="42256" y="6630"/>
                  </a:lnTo>
                  <a:lnTo>
                    <a:pt x="41532" y="5537"/>
                  </a:lnTo>
                  <a:lnTo>
                    <a:pt x="40694" y="4547"/>
                  </a:lnTo>
                  <a:lnTo>
                    <a:pt x="39728" y="3645"/>
                  </a:lnTo>
                  <a:lnTo>
                    <a:pt x="38661" y="2845"/>
                  </a:lnTo>
                  <a:lnTo>
                    <a:pt x="37493" y="2146"/>
                  </a:lnTo>
                  <a:lnTo>
                    <a:pt x="36236" y="1537"/>
                  </a:lnTo>
                  <a:lnTo>
                    <a:pt x="34889" y="1029"/>
                  </a:lnTo>
                  <a:lnTo>
                    <a:pt x="33467" y="622"/>
                  </a:lnTo>
                  <a:lnTo>
                    <a:pt x="31968" y="318"/>
                  </a:lnTo>
                  <a:lnTo>
                    <a:pt x="30419" y="114"/>
                  </a:lnTo>
                  <a:lnTo>
                    <a:pt x="28793" y="13"/>
                  </a:lnTo>
                  <a:lnTo>
                    <a:pt x="27968" y="0"/>
                  </a:lnTo>
                  <a:close/>
                </a:path>
              </a:pathLst>
            </a:cu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4343"/>
                </a:solidFill>
              </a:endParaRPr>
            </a:p>
          </p:txBody>
        </p:sp>
        <p:sp>
          <p:nvSpPr>
            <p:cNvPr id="248" name="Google Shape;248;p41"/>
            <p:cNvSpPr/>
            <p:nvPr/>
          </p:nvSpPr>
          <p:spPr>
            <a:xfrm>
              <a:off x="5177350" y="2238500"/>
              <a:ext cx="1180875" cy="1202750"/>
            </a:xfrm>
            <a:custGeom>
              <a:rect b="b" l="l" r="r" t="t"/>
              <a:pathLst>
                <a:path extrusionOk="0" h="48110" w="47235">
                  <a:moveTo>
                    <a:pt x="1" y="0"/>
                  </a:moveTo>
                  <a:lnTo>
                    <a:pt x="1" y="48109"/>
                  </a:lnTo>
                  <a:lnTo>
                    <a:pt x="14924" y="48109"/>
                  </a:lnTo>
                  <a:lnTo>
                    <a:pt x="14924" y="37238"/>
                  </a:lnTo>
                  <a:lnTo>
                    <a:pt x="18518" y="34532"/>
                  </a:lnTo>
                  <a:lnTo>
                    <a:pt x="21706" y="38724"/>
                  </a:lnTo>
                  <a:lnTo>
                    <a:pt x="29047" y="48109"/>
                  </a:lnTo>
                  <a:lnTo>
                    <a:pt x="47234" y="48109"/>
                  </a:lnTo>
                  <a:lnTo>
                    <a:pt x="28641" y="27306"/>
                  </a:lnTo>
                  <a:lnTo>
                    <a:pt x="45736" y="13247"/>
                  </a:lnTo>
                  <a:lnTo>
                    <a:pt x="27752" y="13247"/>
                  </a:lnTo>
                  <a:lnTo>
                    <a:pt x="20970" y="19190"/>
                  </a:lnTo>
                  <a:lnTo>
                    <a:pt x="14784" y="25007"/>
                  </a:lnTo>
                  <a:lnTo>
                    <a:pt x="14924" y="17641"/>
                  </a:lnTo>
                  <a:lnTo>
                    <a:pt x="14924" y="0"/>
                  </a:lnTo>
                  <a:close/>
                </a:path>
              </a:pathLst>
            </a:cu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4343"/>
                </a:solidFill>
              </a:endParaRPr>
            </a:p>
          </p:txBody>
        </p:sp>
        <p:sp>
          <p:nvSpPr>
            <p:cNvPr id="249" name="Google Shape;249;p41"/>
            <p:cNvSpPr/>
            <p:nvPr/>
          </p:nvSpPr>
          <p:spPr>
            <a:xfrm>
              <a:off x="6308350" y="2537575"/>
              <a:ext cx="1073850" cy="939225"/>
            </a:xfrm>
            <a:custGeom>
              <a:rect b="b" l="l" r="r" t="t"/>
              <a:pathLst>
                <a:path extrusionOk="0" h="37569" w="42954">
                  <a:moveTo>
                    <a:pt x="19813" y="1"/>
                  </a:moveTo>
                  <a:lnTo>
                    <a:pt x="17400" y="115"/>
                  </a:lnTo>
                  <a:lnTo>
                    <a:pt x="15165" y="331"/>
                  </a:lnTo>
                  <a:lnTo>
                    <a:pt x="13095" y="636"/>
                  </a:lnTo>
                  <a:lnTo>
                    <a:pt x="11202" y="1055"/>
                  </a:lnTo>
                  <a:lnTo>
                    <a:pt x="9475" y="1563"/>
                  </a:lnTo>
                  <a:lnTo>
                    <a:pt x="7926" y="2160"/>
                  </a:lnTo>
                  <a:lnTo>
                    <a:pt x="6528" y="2846"/>
                  </a:lnTo>
                  <a:lnTo>
                    <a:pt x="5297" y="3620"/>
                  </a:lnTo>
                  <a:lnTo>
                    <a:pt x="4230" y="4471"/>
                  </a:lnTo>
                  <a:lnTo>
                    <a:pt x="3328" y="5411"/>
                  </a:lnTo>
                  <a:lnTo>
                    <a:pt x="2579" y="6415"/>
                  </a:lnTo>
                  <a:lnTo>
                    <a:pt x="1982" y="7507"/>
                  </a:lnTo>
                  <a:lnTo>
                    <a:pt x="1537" y="8650"/>
                  </a:lnTo>
                  <a:lnTo>
                    <a:pt x="1245" y="9869"/>
                  </a:lnTo>
                  <a:lnTo>
                    <a:pt x="1093" y="11152"/>
                  </a:lnTo>
                  <a:lnTo>
                    <a:pt x="1080" y="11825"/>
                  </a:lnTo>
                  <a:lnTo>
                    <a:pt x="1093" y="12396"/>
                  </a:lnTo>
                  <a:lnTo>
                    <a:pt x="1207" y="13489"/>
                  </a:lnTo>
                  <a:lnTo>
                    <a:pt x="1423" y="14517"/>
                  </a:lnTo>
                  <a:lnTo>
                    <a:pt x="1753" y="15495"/>
                  </a:lnTo>
                  <a:lnTo>
                    <a:pt x="2210" y="16410"/>
                  </a:lnTo>
                  <a:lnTo>
                    <a:pt x="2769" y="17261"/>
                  </a:lnTo>
                  <a:lnTo>
                    <a:pt x="3455" y="18048"/>
                  </a:lnTo>
                  <a:lnTo>
                    <a:pt x="4268" y="18785"/>
                  </a:lnTo>
                  <a:lnTo>
                    <a:pt x="5195" y="19458"/>
                  </a:lnTo>
                  <a:lnTo>
                    <a:pt x="6262" y="20068"/>
                  </a:lnTo>
                  <a:lnTo>
                    <a:pt x="7443" y="20614"/>
                  </a:lnTo>
                  <a:lnTo>
                    <a:pt x="8764" y="21109"/>
                  </a:lnTo>
                  <a:lnTo>
                    <a:pt x="10212" y="21541"/>
                  </a:lnTo>
                  <a:lnTo>
                    <a:pt x="11787" y="21909"/>
                  </a:lnTo>
                  <a:lnTo>
                    <a:pt x="13514" y="22214"/>
                  </a:lnTo>
                  <a:lnTo>
                    <a:pt x="15368" y="22468"/>
                  </a:lnTo>
                  <a:lnTo>
                    <a:pt x="16359" y="22569"/>
                  </a:lnTo>
                  <a:lnTo>
                    <a:pt x="24360" y="23306"/>
                  </a:lnTo>
                  <a:lnTo>
                    <a:pt x="24919" y="23370"/>
                  </a:lnTo>
                  <a:lnTo>
                    <a:pt x="25935" y="23522"/>
                  </a:lnTo>
                  <a:lnTo>
                    <a:pt x="26824" y="23738"/>
                  </a:lnTo>
                  <a:lnTo>
                    <a:pt x="27561" y="24017"/>
                  </a:lnTo>
                  <a:lnTo>
                    <a:pt x="28170" y="24373"/>
                  </a:lnTo>
                  <a:lnTo>
                    <a:pt x="28627" y="24805"/>
                  </a:lnTo>
                  <a:lnTo>
                    <a:pt x="28945" y="25325"/>
                  </a:lnTo>
                  <a:lnTo>
                    <a:pt x="29097" y="25935"/>
                  </a:lnTo>
                  <a:lnTo>
                    <a:pt x="29110" y="26278"/>
                  </a:lnTo>
                  <a:lnTo>
                    <a:pt x="29097" y="26672"/>
                  </a:lnTo>
                  <a:lnTo>
                    <a:pt x="28881" y="27370"/>
                  </a:lnTo>
                  <a:lnTo>
                    <a:pt x="28450" y="27980"/>
                  </a:lnTo>
                  <a:lnTo>
                    <a:pt x="27789" y="28501"/>
                  </a:lnTo>
                  <a:lnTo>
                    <a:pt x="26913" y="28932"/>
                  </a:lnTo>
                  <a:lnTo>
                    <a:pt x="25795" y="29250"/>
                  </a:lnTo>
                  <a:lnTo>
                    <a:pt x="24436" y="29479"/>
                  </a:lnTo>
                  <a:lnTo>
                    <a:pt x="22823" y="29580"/>
                  </a:lnTo>
                  <a:lnTo>
                    <a:pt x="21922" y="29593"/>
                  </a:lnTo>
                  <a:lnTo>
                    <a:pt x="20969" y="29580"/>
                  </a:lnTo>
                  <a:lnTo>
                    <a:pt x="19305" y="29440"/>
                  </a:lnTo>
                  <a:lnTo>
                    <a:pt x="17921" y="29174"/>
                  </a:lnTo>
                  <a:lnTo>
                    <a:pt x="16791" y="28767"/>
                  </a:lnTo>
                  <a:lnTo>
                    <a:pt x="15889" y="28221"/>
                  </a:lnTo>
                  <a:lnTo>
                    <a:pt x="15190" y="27561"/>
                  </a:lnTo>
                  <a:lnTo>
                    <a:pt x="14670" y="26761"/>
                  </a:lnTo>
                  <a:lnTo>
                    <a:pt x="14301" y="25846"/>
                  </a:lnTo>
                  <a:lnTo>
                    <a:pt x="14187" y="25338"/>
                  </a:lnTo>
                  <a:lnTo>
                    <a:pt x="0" y="25681"/>
                  </a:lnTo>
                  <a:lnTo>
                    <a:pt x="102" y="26354"/>
                  </a:lnTo>
                  <a:lnTo>
                    <a:pt x="394" y="27662"/>
                  </a:lnTo>
                  <a:lnTo>
                    <a:pt x="826" y="28894"/>
                  </a:lnTo>
                  <a:lnTo>
                    <a:pt x="1397" y="30063"/>
                  </a:lnTo>
                  <a:lnTo>
                    <a:pt x="2096" y="31155"/>
                  </a:lnTo>
                  <a:lnTo>
                    <a:pt x="2934" y="32171"/>
                  </a:lnTo>
                  <a:lnTo>
                    <a:pt x="3912" y="33111"/>
                  </a:lnTo>
                  <a:lnTo>
                    <a:pt x="5055" y="33962"/>
                  </a:lnTo>
                  <a:lnTo>
                    <a:pt x="6338" y="34737"/>
                  </a:lnTo>
                  <a:lnTo>
                    <a:pt x="7773" y="35422"/>
                  </a:lnTo>
                  <a:lnTo>
                    <a:pt x="9373" y="36019"/>
                  </a:lnTo>
                  <a:lnTo>
                    <a:pt x="11139" y="36527"/>
                  </a:lnTo>
                  <a:lnTo>
                    <a:pt x="13082" y="36934"/>
                  </a:lnTo>
                  <a:lnTo>
                    <a:pt x="15190" y="37238"/>
                  </a:lnTo>
                  <a:lnTo>
                    <a:pt x="17464" y="37454"/>
                  </a:lnTo>
                  <a:lnTo>
                    <a:pt x="19928" y="37556"/>
                  </a:lnTo>
                  <a:lnTo>
                    <a:pt x="21236" y="37569"/>
                  </a:lnTo>
                  <a:lnTo>
                    <a:pt x="22519" y="37556"/>
                  </a:lnTo>
                  <a:lnTo>
                    <a:pt x="24957" y="37467"/>
                  </a:lnTo>
                  <a:lnTo>
                    <a:pt x="27269" y="37289"/>
                  </a:lnTo>
                  <a:lnTo>
                    <a:pt x="29428" y="37010"/>
                  </a:lnTo>
                  <a:lnTo>
                    <a:pt x="31434" y="36642"/>
                  </a:lnTo>
                  <a:lnTo>
                    <a:pt x="33301" y="36172"/>
                  </a:lnTo>
                  <a:lnTo>
                    <a:pt x="35003" y="35613"/>
                  </a:lnTo>
                  <a:lnTo>
                    <a:pt x="36553" y="34940"/>
                  </a:lnTo>
                  <a:lnTo>
                    <a:pt x="37950" y="34165"/>
                  </a:lnTo>
                  <a:lnTo>
                    <a:pt x="39169" y="33289"/>
                  </a:lnTo>
                  <a:lnTo>
                    <a:pt x="40236" y="32298"/>
                  </a:lnTo>
                  <a:lnTo>
                    <a:pt x="41125" y="31206"/>
                  </a:lnTo>
                  <a:lnTo>
                    <a:pt x="41849" y="29999"/>
                  </a:lnTo>
                  <a:lnTo>
                    <a:pt x="42382" y="28678"/>
                  </a:lnTo>
                  <a:lnTo>
                    <a:pt x="42751" y="27243"/>
                  </a:lnTo>
                  <a:lnTo>
                    <a:pt x="42941" y="25694"/>
                  </a:lnTo>
                  <a:lnTo>
                    <a:pt x="42954" y="24868"/>
                  </a:lnTo>
                  <a:lnTo>
                    <a:pt x="42941" y="24309"/>
                  </a:lnTo>
                  <a:lnTo>
                    <a:pt x="42839" y="23230"/>
                  </a:lnTo>
                  <a:lnTo>
                    <a:pt x="42611" y="22201"/>
                  </a:lnTo>
                  <a:lnTo>
                    <a:pt x="42281" y="21223"/>
                  </a:lnTo>
                  <a:lnTo>
                    <a:pt x="41823" y="20296"/>
                  </a:lnTo>
                  <a:lnTo>
                    <a:pt x="41252" y="19420"/>
                  </a:lnTo>
                  <a:lnTo>
                    <a:pt x="40541" y="18607"/>
                  </a:lnTo>
                  <a:lnTo>
                    <a:pt x="39715" y="17845"/>
                  </a:lnTo>
                  <a:lnTo>
                    <a:pt x="38763" y="17146"/>
                  </a:lnTo>
                  <a:lnTo>
                    <a:pt x="37683" y="16511"/>
                  </a:lnTo>
                  <a:lnTo>
                    <a:pt x="36464" y="15927"/>
                  </a:lnTo>
                  <a:lnTo>
                    <a:pt x="35105" y="15406"/>
                  </a:lnTo>
                  <a:lnTo>
                    <a:pt x="33606" y="14962"/>
                  </a:lnTo>
                  <a:lnTo>
                    <a:pt x="31968" y="14581"/>
                  </a:lnTo>
                  <a:lnTo>
                    <a:pt x="30177" y="14263"/>
                  </a:lnTo>
                  <a:lnTo>
                    <a:pt x="28246" y="14009"/>
                  </a:lnTo>
                  <a:lnTo>
                    <a:pt x="27205" y="13920"/>
                  </a:lnTo>
                  <a:lnTo>
                    <a:pt x="19407" y="13247"/>
                  </a:lnTo>
                  <a:lnTo>
                    <a:pt x="18759" y="13171"/>
                  </a:lnTo>
                  <a:lnTo>
                    <a:pt x="17616" y="13006"/>
                  </a:lnTo>
                  <a:lnTo>
                    <a:pt x="16651" y="12777"/>
                  </a:lnTo>
                  <a:lnTo>
                    <a:pt x="15863" y="12498"/>
                  </a:lnTo>
                  <a:lnTo>
                    <a:pt x="15241" y="12155"/>
                  </a:lnTo>
                  <a:lnTo>
                    <a:pt x="14784" y="11749"/>
                  </a:lnTo>
                  <a:lnTo>
                    <a:pt x="14479" y="11266"/>
                  </a:lnTo>
                  <a:lnTo>
                    <a:pt x="14327" y="10720"/>
                  </a:lnTo>
                  <a:lnTo>
                    <a:pt x="14314" y="10402"/>
                  </a:lnTo>
                  <a:lnTo>
                    <a:pt x="14339" y="10072"/>
                  </a:lnTo>
                  <a:lnTo>
                    <a:pt x="14555" y="9463"/>
                  </a:lnTo>
                  <a:lnTo>
                    <a:pt x="14974" y="8955"/>
                  </a:lnTo>
                  <a:lnTo>
                    <a:pt x="15597" y="8510"/>
                  </a:lnTo>
                  <a:lnTo>
                    <a:pt x="16410" y="8167"/>
                  </a:lnTo>
                  <a:lnTo>
                    <a:pt x="17387" y="7900"/>
                  </a:lnTo>
                  <a:lnTo>
                    <a:pt x="18543" y="7735"/>
                  </a:lnTo>
                  <a:lnTo>
                    <a:pt x="19851" y="7646"/>
                  </a:lnTo>
                  <a:lnTo>
                    <a:pt x="20563" y="7634"/>
                  </a:lnTo>
                  <a:lnTo>
                    <a:pt x="21452" y="7646"/>
                  </a:lnTo>
                  <a:lnTo>
                    <a:pt x="23001" y="7748"/>
                  </a:lnTo>
                  <a:lnTo>
                    <a:pt x="24297" y="7951"/>
                  </a:lnTo>
                  <a:lnTo>
                    <a:pt x="25351" y="8269"/>
                  </a:lnTo>
                  <a:lnTo>
                    <a:pt x="26189" y="8701"/>
                  </a:lnTo>
                  <a:lnTo>
                    <a:pt x="26837" y="9247"/>
                  </a:lnTo>
                  <a:lnTo>
                    <a:pt x="27307" y="9920"/>
                  </a:lnTo>
                  <a:lnTo>
                    <a:pt x="27637" y="10707"/>
                  </a:lnTo>
                  <a:lnTo>
                    <a:pt x="27751" y="11152"/>
                  </a:lnTo>
                  <a:lnTo>
                    <a:pt x="41595" y="10809"/>
                  </a:lnTo>
                  <a:lnTo>
                    <a:pt x="41468" y="10161"/>
                  </a:lnTo>
                  <a:lnTo>
                    <a:pt x="41112" y="8917"/>
                  </a:lnTo>
                  <a:lnTo>
                    <a:pt x="40617" y="7748"/>
                  </a:lnTo>
                  <a:lnTo>
                    <a:pt x="39994" y="6669"/>
                  </a:lnTo>
                  <a:lnTo>
                    <a:pt x="39245" y="5653"/>
                  </a:lnTo>
                  <a:lnTo>
                    <a:pt x="38369" y="4725"/>
                  </a:lnTo>
                  <a:lnTo>
                    <a:pt x="37353" y="3887"/>
                  </a:lnTo>
                  <a:lnTo>
                    <a:pt x="36197" y="3112"/>
                  </a:lnTo>
                  <a:lnTo>
                    <a:pt x="34927" y="2427"/>
                  </a:lnTo>
                  <a:lnTo>
                    <a:pt x="33517" y="1830"/>
                  </a:lnTo>
                  <a:lnTo>
                    <a:pt x="31968" y="1309"/>
                  </a:lnTo>
                  <a:lnTo>
                    <a:pt x="30291" y="877"/>
                  </a:lnTo>
                  <a:lnTo>
                    <a:pt x="28488" y="534"/>
                  </a:lnTo>
                  <a:lnTo>
                    <a:pt x="26545" y="268"/>
                  </a:lnTo>
                  <a:lnTo>
                    <a:pt x="24474" y="90"/>
                  </a:lnTo>
                  <a:lnTo>
                    <a:pt x="22264" y="1"/>
                  </a:lnTo>
                  <a:close/>
                </a:path>
              </a:pathLst>
            </a:cu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4343"/>
                </a:solidFill>
              </a:endParaRPr>
            </a:p>
          </p:txBody>
        </p:sp>
      </p:grpSp>
      <p:sp>
        <p:nvSpPr>
          <p:cNvPr id="250" name="Google Shape;250;p41"/>
          <p:cNvSpPr txBox="1"/>
          <p:nvPr/>
        </p:nvSpPr>
        <p:spPr>
          <a:xfrm>
            <a:off x="3006475" y="2571750"/>
            <a:ext cx="3467400" cy="1572000"/>
          </a:xfrm>
          <a:prstGeom prst="rect">
            <a:avLst/>
          </a:prstGeom>
          <a:noFill/>
          <a:ln>
            <a:noFill/>
          </a:ln>
        </p:spPr>
        <p:txBody>
          <a:bodyPr anchorCtr="0" anchor="t" bIns="0" lIns="0" spcFirstLastPara="1" rIns="0" wrap="square" tIns="0">
            <a:noAutofit/>
          </a:bodyPr>
          <a:lstStyle/>
          <a:p>
            <a:pPr indent="0" lvl="0" marL="0" marR="0" rtl="0" algn="ctr">
              <a:lnSpc>
                <a:spcPct val="70000"/>
              </a:lnSpc>
              <a:spcBef>
                <a:spcPts val="0"/>
              </a:spcBef>
              <a:spcAft>
                <a:spcPts val="0"/>
              </a:spcAft>
              <a:buNone/>
            </a:pPr>
            <a:r>
              <a:rPr lang="en" sz="2000">
                <a:solidFill>
                  <a:srgbClr val="22D3EE"/>
                </a:solidFill>
                <a:latin typeface="Outfit"/>
                <a:ea typeface="Outfit"/>
                <a:cs typeface="Outfit"/>
                <a:sym typeface="Outfit"/>
              </a:rPr>
              <a:t>Equipo:</a:t>
            </a:r>
            <a:endParaRPr sz="2000">
              <a:solidFill>
                <a:srgbClr val="22D3EE"/>
              </a:solidFill>
              <a:latin typeface="Outfit"/>
              <a:ea typeface="Outfit"/>
              <a:cs typeface="Outfit"/>
              <a:sym typeface="Outfit"/>
            </a:endParaRPr>
          </a:p>
          <a:p>
            <a:pPr indent="0" lvl="0" marL="0" marR="0" rtl="0" algn="ctr">
              <a:lnSpc>
                <a:spcPct val="70000"/>
              </a:lnSpc>
              <a:spcBef>
                <a:spcPts val="0"/>
              </a:spcBef>
              <a:spcAft>
                <a:spcPts val="0"/>
              </a:spcAft>
              <a:buNone/>
            </a:pPr>
            <a:r>
              <a:t/>
            </a:r>
            <a:endParaRPr sz="2000">
              <a:solidFill>
                <a:srgbClr val="22D3EE"/>
              </a:solidFill>
              <a:latin typeface="Outfit"/>
              <a:ea typeface="Outfit"/>
              <a:cs typeface="Outfit"/>
              <a:sym typeface="Outfit"/>
            </a:endParaRPr>
          </a:p>
          <a:p>
            <a:pPr indent="0" lvl="0" marL="0" marR="0" rtl="0" algn="ctr">
              <a:lnSpc>
                <a:spcPct val="70000"/>
              </a:lnSpc>
              <a:spcBef>
                <a:spcPts val="0"/>
              </a:spcBef>
              <a:spcAft>
                <a:spcPts val="0"/>
              </a:spcAft>
              <a:buNone/>
            </a:pPr>
            <a:r>
              <a:rPr lang="en" sz="2000">
                <a:solidFill>
                  <a:schemeClr val="accent6"/>
                </a:solidFill>
                <a:latin typeface="Outfit"/>
                <a:ea typeface="Outfit"/>
                <a:cs typeface="Outfit"/>
                <a:sym typeface="Outfit"/>
              </a:rPr>
              <a:t>Francisco Regoli</a:t>
            </a:r>
            <a:endParaRPr sz="2000">
              <a:solidFill>
                <a:schemeClr val="accent6"/>
              </a:solidFill>
              <a:latin typeface="Outfit"/>
              <a:ea typeface="Outfit"/>
              <a:cs typeface="Outfit"/>
              <a:sym typeface="Outfit"/>
            </a:endParaRPr>
          </a:p>
          <a:p>
            <a:pPr indent="0" lvl="0" marL="0" marR="0" rtl="0" algn="ctr">
              <a:lnSpc>
                <a:spcPct val="70000"/>
              </a:lnSpc>
              <a:spcBef>
                <a:spcPts val="0"/>
              </a:spcBef>
              <a:spcAft>
                <a:spcPts val="0"/>
              </a:spcAft>
              <a:buNone/>
            </a:pPr>
            <a:r>
              <a:rPr lang="en" sz="2000">
                <a:solidFill>
                  <a:schemeClr val="accent6"/>
                </a:solidFill>
                <a:latin typeface="Outfit"/>
                <a:ea typeface="Outfit"/>
                <a:cs typeface="Outfit"/>
                <a:sym typeface="Outfit"/>
              </a:rPr>
              <a:t>Isabella Bresciani</a:t>
            </a:r>
            <a:endParaRPr sz="2000">
              <a:solidFill>
                <a:schemeClr val="accent6"/>
              </a:solidFill>
              <a:latin typeface="Outfit"/>
              <a:ea typeface="Outfit"/>
              <a:cs typeface="Outfit"/>
              <a:sym typeface="Outfit"/>
            </a:endParaRPr>
          </a:p>
          <a:p>
            <a:pPr indent="0" lvl="0" marL="0" marR="0" rtl="0" algn="ctr">
              <a:lnSpc>
                <a:spcPct val="70000"/>
              </a:lnSpc>
              <a:spcBef>
                <a:spcPts val="0"/>
              </a:spcBef>
              <a:spcAft>
                <a:spcPts val="0"/>
              </a:spcAft>
              <a:buNone/>
            </a:pPr>
            <a:r>
              <a:rPr lang="en" sz="2000">
                <a:solidFill>
                  <a:schemeClr val="accent6"/>
                </a:solidFill>
                <a:latin typeface="Outfit"/>
                <a:ea typeface="Outfit"/>
                <a:cs typeface="Outfit"/>
                <a:sym typeface="Outfit"/>
              </a:rPr>
              <a:t>Luiza Valença</a:t>
            </a:r>
            <a:endParaRPr sz="2000">
              <a:solidFill>
                <a:schemeClr val="accent6"/>
              </a:solidFill>
              <a:latin typeface="Outfit"/>
              <a:ea typeface="Outfit"/>
              <a:cs typeface="Outfit"/>
              <a:sym typeface="Outfit"/>
            </a:endParaRPr>
          </a:p>
        </p:txBody>
      </p:sp>
    </p:spTree>
  </p:cSld>
  <p:clrMapOvr>
    <a:masterClrMapping/>
  </p:clrMapOvr>
</p:sld>
</file>

<file path=ppt/theme/theme1.xml><?xml version="1.0" encoding="utf-8"?>
<a:theme xmlns:a="http://schemas.openxmlformats.org/drawingml/2006/main" xmlns:r="http://schemas.openxmlformats.org/officeDocument/2006/relationships" name="Monks">
  <a:themeElements>
    <a:clrScheme name="Simple Light">
      <a:dk1>
        <a:srgbClr val="2D2D2D"/>
      </a:dk1>
      <a:lt1>
        <a:srgbClr val="EAE8E4"/>
      </a:lt1>
      <a:dk2>
        <a:srgbClr val="2D2D2D"/>
      </a:dk2>
      <a:lt2>
        <a:srgbClr val="EAE8E4"/>
      </a:lt2>
      <a:accent1>
        <a:srgbClr val="FF2CE4"/>
      </a:accent1>
      <a:accent2>
        <a:srgbClr val="4F24EE"/>
      </a:accent2>
      <a:accent3>
        <a:srgbClr val="7D26C9"/>
      </a:accent3>
      <a:accent4>
        <a:srgbClr val="FF245B"/>
      </a:accent4>
      <a:accent5>
        <a:srgbClr val="FB961F"/>
      </a:accent5>
      <a:accent6>
        <a:srgbClr val="FFFFFF"/>
      </a:accent6>
      <a:hlink>
        <a:srgbClr val="4DBAC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